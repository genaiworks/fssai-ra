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1.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c2a4cfaa4cd34be7" /><Relationship Type="http://schemas.openxmlformats.org/officeDocument/2006/relationships/extended-properties" Target="/docProps/app.xml" Id="Re8094afef4044f28" /><Relationship Type="http://schemas.openxmlformats.org/officeDocument/2006/relationships/officeDocument" Target="/ppt/presentation.xml" Id="Rc8f96d4cd66545da" /></Relationships>
</file>

<file path=ppt/presentation.xml><?xml version="1.0" encoding="utf-8"?>
<p:presentation xmlns:p="http://schemas.openxmlformats.org/presentationml/2006/main">
  <p:sldMasterIdLst>
    <p:sldMasterId xmlns:r="http://schemas.openxmlformats.org/officeDocument/2006/relationships" id="2147483648" r:id="R9c4a94b2c29649c6"/>
  </p:sldMasterIdLst>
  <p:notesMasterIdLst>
    <p:notesMasterId xmlns:r="http://schemas.openxmlformats.org/officeDocument/2006/relationships" r:id="R4fe6dcee8a404325"/>
  </p:notesMasterIdLst>
  <p:sldIdLst>
    <p:sldId xmlns:r="http://schemas.openxmlformats.org/officeDocument/2006/relationships" id="256" r:id="R69b113336a2d4107"/>
    <p:sldId xmlns:r="http://schemas.openxmlformats.org/officeDocument/2006/relationships" id="257" r:id="R71971d954d464649"/>
    <p:sldId xmlns:r="http://schemas.openxmlformats.org/officeDocument/2006/relationships" id="258" r:id="R7e8e2908f7734725"/>
    <p:sldId xmlns:r="http://schemas.openxmlformats.org/officeDocument/2006/relationships" id="259" r:id="R0534aa8ee8d54d80"/>
    <p:sldId xmlns:r="http://schemas.openxmlformats.org/officeDocument/2006/relationships" id="260" r:id="R97ccb3aaaa384688"/>
    <p:sldId xmlns:r="http://schemas.openxmlformats.org/officeDocument/2006/relationships" id="261" r:id="Rce4617205bc34cce"/>
    <p:sldId xmlns:r="http://schemas.openxmlformats.org/officeDocument/2006/relationships" id="262" r:id="R155d60752d7f4950"/>
    <p:sldId xmlns:r="http://schemas.openxmlformats.org/officeDocument/2006/relationships" id="263" r:id="Rca94fd3b44f64d6a"/>
    <p:sldId xmlns:r="http://schemas.openxmlformats.org/officeDocument/2006/relationships" id="264" r:id="R2ab25af56d224f27"/>
    <p:sldId xmlns:r="http://schemas.openxmlformats.org/officeDocument/2006/relationships" id="265" r:id="Rce17538bfe974944"/>
    <p:sldId xmlns:r="http://schemas.openxmlformats.org/officeDocument/2006/relationships" id="266" r:id="R24aa7d1deb514c23"/>
    <p:sldId xmlns:r="http://schemas.openxmlformats.org/officeDocument/2006/relationships" id="267" r:id="R1c9778aebbe1493c"/>
    <p:sldId xmlns:r="http://schemas.openxmlformats.org/officeDocument/2006/relationships" id="268" r:id="Ra4830e18a3f84d4c"/>
    <p:sldId xmlns:r="http://schemas.openxmlformats.org/officeDocument/2006/relationships" id="269" r:id="Rd1c09202896d4e1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5aeda144efb4900" /><Relationship Type="http://schemas.openxmlformats.org/officeDocument/2006/relationships/slideMaster" Target="/ppt/slideMasters/slideMaster1.xml" Id="R9c4a94b2c29649c6" /><Relationship Type="http://schemas.openxmlformats.org/officeDocument/2006/relationships/notesMaster" Target="/ppt/notesMasters/notesMaster1.xml" Id="R4fe6dcee8a404325" /><Relationship Type="http://schemas.openxmlformats.org/officeDocument/2006/relationships/presProps" Target="/ppt/presProps.xml" Id="Rcff417575d3f430d" /><Relationship Type="http://schemas.openxmlformats.org/officeDocument/2006/relationships/tableStyles" Target="/ppt/tableStyles.xml" Id="Rf73ecdaffad44db1" /><Relationship Type="http://schemas.openxmlformats.org/officeDocument/2006/relationships/slide" Target="/ppt/slides/slide1.xml" Id="R69b113336a2d4107" /><Relationship Type="http://schemas.openxmlformats.org/officeDocument/2006/relationships/slide" Target="/ppt/slides/slide2.xml" Id="R71971d954d464649" /><Relationship Type="http://schemas.openxmlformats.org/officeDocument/2006/relationships/slide" Target="/ppt/slides/slide3.xml" Id="R7e8e2908f7734725" /><Relationship Type="http://schemas.openxmlformats.org/officeDocument/2006/relationships/slide" Target="/ppt/slides/slide4.xml" Id="R0534aa8ee8d54d80" /><Relationship Type="http://schemas.openxmlformats.org/officeDocument/2006/relationships/slide" Target="/ppt/slides/slide5.xml" Id="R97ccb3aaaa384688" /><Relationship Type="http://schemas.openxmlformats.org/officeDocument/2006/relationships/slide" Target="/ppt/slides/slide6.xml" Id="Rce4617205bc34cce" /><Relationship Type="http://schemas.openxmlformats.org/officeDocument/2006/relationships/slide" Target="/ppt/slides/slide7.xml" Id="R155d60752d7f4950" /><Relationship Type="http://schemas.openxmlformats.org/officeDocument/2006/relationships/slide" Target="/ppt/slides/slide8.xml" Id="Rca94fd3b44f64d6a" /><Relationship Type="http://schemas.openxmlformats.org/officeDocument/2006/relationships/slide" Target="/ppt/slides/slide9.xml" Id="R2ab25af56d224f27" /><Relationship Type="http://schemas.openxmlformats.org/officeDocument/2006/relationships/slide" Target="/ppt/slides/slide10.xml" Id="Rce17538bfe974944" /><Relationship Type="http://schemas.openxmlformats.org/officeDocument/2006/relationships/slide" Target="/ppt/slides/slide11.xml" Id="R24aa7d1deb514c23" /><Relationship Type="http://schemas.openxmlformats.org/officeDocument/2006/relationships/slide" Target="/ppt/slides/slide12.xml" Id="R1c9778aebbe1493c" /><Relationship Type="http://schemas.openxmlformats.org/officeDocument/2006/relationships/slide" Target="/ppt/slides/slide13.xml" Id="Ra4830e18a3f84d4c" /><Relationship Type="http://schemas.openxmlformats.org/officeDocument/2006/relationships/slide" Target="/ppt/slides/slide14.xml" Id="Rd1c09202896d4e1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aa43c0a952447b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e16ff7908d54e4e" /><Relationship Type="http://schemas.openxmlformats.org/officeDocument/2006/relationships/notesMaster" Target="/ppt/notesMasters/notesMaster1.xml" Id="Rc4f407cebc3c457d" /></Relationships>
</file>

<file path=ppt/notesSlides/_rels/notesSlide2.xml.rels>&#65279;<?xml version="1.0" encoding="utf-8"?><Relationships xmlns="http://schemas.openxmlformats.org/package/2006/relationships"><Relationship Type="http://schemas.openxmlformats.org/officeDocument/2006/relationships/slide" Target="/ppt/slides/slide2.xml" Id="R404e43b4e3c84d6d" /><Relationship Type="http://schemas.openxmlformats.org/officeDocument/2006/relationships/notesMaster" Target="/ppt/notesMasters/notesMaster1.xml" Id="Reccb0a2f4d4a4614" /></Relationships>
</file>

<file path=ppt/notesSlides/_rels/notesSlide3.xml.rels>&#65279;<?xml version="1.0" encoding="utf-8"?><Relationships xmlns="http://schemas.openxmlformats.org/package/2006/relationships"><Relationship Type="http://schemas.openxmlformats.org/officeDocument/2006/relationships/slide" Target="/ppt/slides/slide3.xml" Id="Rd1678b0602404d4a" /><Relationship Type="http://schemas.openxmlformats.org/officeDocument/2006/relationships/notesMaster" Target="/ppt/notesMasters/notesMaster1.xml" Id="R4284e350067e4fbc" /></Relationships>
</file>

<file path=ppt/notesSlides/_rels/notesSlide4.xml.rels>&#65279;<?xml version="1.0" encoding="utf-8"?><Relationships xmlns="http://schemas.openxmlformats.org/package/2006/relationships"><Relationship Type="http://schemas.openxmlformats.org/officeDocument/2006/relationships/slide" Target="/ppt/slides/slide4.xml" Id="R782505d8f9164067" /><Relationship Type="http://schemas.openxmlformats.org/officeDocument/2006/relationships/notesMaster" Target="/ppt/notesMasters/notesMaster1.xml" Id="R230426bd724e421e" /></Relationships>
</file>

<file path=ppt/notesSlides/_rels/notesSlide5.xml.rels>&#65279;<?xml version="1.0" encoding="utf-8"?><Relationships xmlns="http://schemas.openxmlformats.org/package/2006/relationships"><Relationship Type="http://schemas.openxmlformats.org/officeDocument/2006/relationships/slide" Target="/ppt/slides/slide5.xml" Id="Rbe6a1aa514c744d5" /><Relationship Type="http://schemas.openxmlformats.org/officeDocument/2006/relationships/notesMaster" Target="/ppt/notesMasters/notesMaster1.xml" Id="R10526f399bdd4a89" /></Relationships>
</file>

<file path=ppt/notesSlides/_rels/notesSlide6.xml.rels>&#65279;<?xml version="1.0" encoding="utf-8"?><Relationships xmlns="http://schemas.openxmlformats.org/package/2006/relationships"><Relationship Type="http://schemas.openxmlformats.org/officeDocument/2006/relationships/slide" Target="/ppt/slides/slide6.xml" Id="R3000e9564a0d4f34" /><Relationship Type="http://schemas.openxmlformats.org/officeDocument/2006/relationships/notesMaster" Target="/ppt/notesMasters/notesMaster1.xml" Id="R85cc371908ca43e1" /></Relationships>
</file>

<file path=ppt/notesSlides/_rels/notesSlide7.xml.rels>&#65279;<?xml version="1.0" encoding="utf-8"?><Relationships xmlns="http://schemas.openxmlformats.org/package/2006/relationships"><Relationship Type="http://schemas.openxmlformats.org/officeDocument/2006/relationships/slide" Target="/ppt/slides/slide7.xml" Id="R544c90c934de4a8a" /><Relationship Type="http://schemas.openxmlformats.org/officeDocument/2006/relationships/notesMaster" Target="/ppt/notesMasters/notesMaster1.xml" Id="Rdd8c3c96ecfe4c3e" /></Relationships>
</file>

<file path=ppt/notesSlides/_rels/notesSlide8.xml.rels>&#65279;<?xml version="1.0" encoding="utf-8"?><Relationships xmlns="http://schemas.openxmlformats.org/package/2006/relationships"><Relationship Type="http://schemas.openxmlformats.org/officeDocument/2006/relationships/slide" Target="/ppt/slides/slide8.xml" Id="R417af7831c274c82" /><Relationship Type="http://schemas.openxmlformats.org/officeDocument/2006/relationships/notesMaster" Target="/ppt/notesMasters/notesMaster1.xml" Id="R6b99f86dcf464616" /></Relationships>
</file>

<file path=ppt/notesSlides/_rels/notesSlide9.xml.rels>&#65279;<?xml version="1.0" encoding="utf-8"?><Relationships xmlns="http://schemas.openxmlformats.org/package/2006/relationships"><Relationship Type="http://schemas.openxmlformats.org/officeDocument/2006/relationships/slide" Target="/ppt/slides/slide9.xml" Id="R75dfd0e51acd4bd4" /><Relationship Type="http://schemas.openxmlformats.org/officeDocument/2006/relationships/notesMaster" Target="/ppt/notesMasters/notesMaster1.xml" Id="Reecc81fc5ff749c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ac2db7e9a114cba" /><Relationship Type="http://schemas.openxmlformats.org/officeDocument/2006/relationships/notesMaster" Target="/ppt/notesMasters/notesMaster1.xml" Id="R5ddb4a9af6e2459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c8d9ac82d0b4ecf" /><Relationship Type="http://schemas.openxmlformats.org/officeDocument/2006/relationships/notesMaster" Target="/ppt/notesMasters/notesMaster1.xml" Id="Rbfb9c627e579453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cb0b5de641a4915" /><Relationship Type="http://schemas.openxmlformats.org/officeDocument/2006/relationships/notesMaster" Target="/ppt/notesMasters/notesMaster1.xml" Id="Rbb1c702a3a634215"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137b25feeb124373" /><Relationship Type="http://schemas.openxmlformats.org/officeDocument/2006/relationships/notesMaster" Target="/ppt/notesMasters/notesMaster1.xml" Id="R8bf0f3f4ecd94211"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82f25554d85d4e2a" /><Relationship Type="http://schemas.openxmlformats.org/officeDocument/2006/relationships/notesMaster" Target="/ppt/notesMasters/notesMaster1.xml" Id="Rd1828b27564149d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with the rule, not the stack. The contribution is an authority boundary that can be stated, tested, taught, and replaced component by component.</a:t>
            </a:r>
          </a:p>
          <a:p xmlns:a="http://schemas.openxmlformats.org/drawingml/2006/main">
            <a:r>
              <a:t/>
            </a:r>
          </a:p>
          <a:p xmlns:a="http://schemas.openxmlformats.org/drawingml/2006/main">
            <a:r>
              <a:t>Sources:</a:t>
            </a:r>
          </a:p>
          <a:p xmlns:a="http://schemas.openxmlformats.org/drawingml/2006/main">
            <a:r>
              <a:t>- https://unu.edu/macau/aiconf2026</a:t>
            </a:r>
          </a:p>
          <a:p xmlns:a="http://schemas.openxmlformats.org/drawingml/2006/main">
            <a:r>
              <a:t>- https://github.com/genaiworks/fssai-ra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synthetic student-support case. Do not describe it as a real breach or deployment. The student experience gives us the criteria for the system design.</a:t>
            </a:r>
          </a:p>
          <a:p xmlns:a="http://schemas.openxmlformats.org/drawingml/2006/main">
            <a:r>
              <a:t/>
            </a:r>
          </a:p>
          <a:p xmlns:a="http://schemas.openxmlformats.org/drawingml/2006/main">
            <a:r>
              <a:t>Sources:</a:t>
            </a:r>
          </a:p>
          <a:p xmlns:a="http://schemas.openxmlformats.org/drawingml/2006/main">
            <a:r>
              <a:t>- https://unesdoc.unesco.org/ark:/48223/pf0000391104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avoids treating sovereignty as a binary label. Ask what powers the institution can actually exercise and demonstrate, including the ability to exit a dependency.</a:t>
            </a:r>
          </a:p>
          <a:p xmlns:a="http://schemas.openxmlformats.org/drawingml/2006/main">
            <a:r>
              <a:t/>
            </a:r>
          </a:p>
          <a:p xmlns:a="http://schemas.openxmlformats.org/drawingml/2006/main">
            <a:r>
              <a:t>Sources:</a:t>
            </a:r>
          </a:p>
          <a:p xmlns:a="http://schemas.openxmlformats.org/drawingml/2006/main">
            <a:r>
              <a:t>- https://www.un.org/pact-for-the-future/en/annex-i-global-digital-compact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left to right. Stress that the model process does not hold the credential that changes the case register. A hardware diode is an optional profile with a narrow assurance claim, not a magic shield.</a:t>
            </a:r>
          </a:p>
          <a:p xmlns:a="http://schemas.openxmlformats.org/drawingml/2006/main">
            <a:r>
              <a:t/>
            </a:r>
          </a:p>
          <a:p xmlns:a="http://schemas.openxmlformats.org/drawingml/2006/main">
            <a:r>
              <a:t>Sources:</a:t>
            </a:r>
          </a:p>
          <a:p xmlns:a="http://schemas.openxmlformats.org/drawingml/2006/main">
            <a:r>
              <a:t>- https://doi.org/10.6028/NIST.SP.800-207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part I want other institutions to extend. Every conformance check names the requirement it defends, linking a policy claim to code, a side effect, retained evidence, and recovery ownership.</a:t>
            </a:r>
          </a:p>
          <a:p xmlns:a="http://schemas.openxmlformats.org/drawingml/2006/main">
            <a:r>
              <a:t/>
            </a:r>
          </a:p>
          <a:p xmlns:a="http://schemas.openxmlformats.org/drawingml/2006/main">
            <a:r>
              <a:t>Sources:</a:t>
            </a:r>
          </a:p>
          <a:p xmlns:a="http://schemas.openxmlformats.org/drawingml/2006/main">
            <a:r>
              <a:t>- https://github.com/genaiworks/fssai-ra/tree/v1.0.0/fssai-ra/contract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approval is for a digest of one proposal. If the target, evidence, resource version, reviewer role, audience, expiry, operation, or arguments change, the approval is no longer valid.</a:t>
            </a:r>
          </a:p>
          <a:p xmlns:a="http://schemas.openxmlformats.org/drawingml/2006/main">
            <a:r>
              <a:t/>
            </a:r>
          </a:p>
          <a:p xmlns:a="http://schemas.openxmlformats.org/drawingml/2006/main">
            <a:r>
              <a:t>Sources:</a:t>
            </a:r>
          </a:p>
          <a:p xmlns:a="http://schemas.openxmlformats.org/drawingml/2006/main">
            <a:r>
              <a:t>- https://github.com/genaiworks/fssai-ra/tree/v1.0.0/fssai-ra/src/fssaira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Run the fixture with synthetic student S-104. Show the approved digest, change the target or status, and execute. Then run the original and retry it. The expected end state is one mutation and one verifiable receipt.</a:t>
            </a:r>
          </a:p>
          <a:p xmlns:a="http://schemas.openxmlformats.org/drawingml/2006/main">
            <a:r>
              <a:t/>
            </a:r>
          </a:p>
          <a:p xmlns:a="http://schemas.openxmlformats.org/drawingml/2006/main">
            <a:r>
              <a:t>Sources:</a:t>
            </a:r>
          </a:p>
          <a:p xmlns:a="http://schemas.openxmlformats.org/drawingml/2006/main">
            <a:r>
              <a:t>- https://github.com/genaiworks/fssai-ra/blob/v1.0.0/fssai-ra/docs/DEMO.md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 every denominator. Utility is shown beside containment so a system that rejects everything cannot look safe. The test count is a reproducibility signal, not a quality score.</a:t>
            </a:r>
          </a:p>
          <a:p xmlns:a="http://schemas.openxmlformats.org/drawingml/2006/main">
            <a:r>
              <a:t/>
            </a:r>
          </a:p>
          <a:p xmlns:a="http://schemas.openxmlformats.org/drawingml/2006/main">
            <a:r>
              <a:t>Sources:</a:t>
            </a:r>
          </a:p>
          <a:p xmlns:a="http://schemas.openxmlformats.org/drawingml/2006/main">
            <a:r>
              <a:t>- https://github.com/genaiworks/fssai-ra/blob/v1.0.0/fssai-ra/evaluation/results/RESULTS.md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prompt-plus-allowlist baseline is intentionally credible: it blocks some attacks. The full architecture contained seven of seven comparison attacks and completed the same benign work. These are deterministic fixtures, not field rates.</a:t>
            </a:r>
          </a:p>
          <a:p xmlns:a="http://schemas.openxmlformats.org/drawingml/2006/main">
            <a:r>
              <a:t/>
            </a:r>
          </a:p>
          <a:p xmlns:a="http://schemas.openxmlformats.org/drawingml/2006/main">
            <a:r>
              <a:t>Sources:</a:t>
            </a:r>
          </a:p>
          <a:p xmlns:a="http://schemas.openxmlformats.org/drawingml/2006/main">
            <a:r>
              <a:t>- https://github.com/genaiworks/fssai-ra/blob/v1.0.0/fssai-ra/evaluation/results/v1.0.0-architecture-comparison.json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most reviewer-relevant evidence. The checker did not merely confirm the design; it exposed shallow tests and an adapter credential bug. We corrected both and retained regression tests.</a:t>
            </a:r>
          </a:p>
          <a:p xmlns:a="http://schemas.openxmlformats.org/drawingml/2006/main">
            <a:r>
              <a:t/>
            </a:r>
          </a:p>
          <a:p xmlns:a="http://schemas.openxmlformats.org/drawingml/2006/main">
            <a:r>
              <a:t>Sources:</a:t>
            </a:r>
          </a:p>
          <a:p xmlns:a="http://schemas.openxmlformats.org/drawingml/2006/main">
            <a:r>
              <a:t>- https://github.com/genaiworks/fssai-ra/blob/v1.0.0/fssai-ra/evaluation/results/v1.0.0-verification.json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supplement is separate from the v1.0.0 baseline. Eight spawned processes with independent connections race the same approval. A second race uses eight distinct approvals against the same reviewed version, producing one mutation and seven version conflicts. Four workers exit abruptly after intent, mutation, outcome, or commit. Reopening and retrying leaves one complete evidence pair. This tests process exit, not power loss or PostgreSQL concurrency. Reproduce with fssaira resilience profiles/student_support.yaml. The report fingerprints the source and effective profile.</a:t>
            </a:r>
          </a:p>
          <a:p xmlns:a="http://schemas.openxmlformats.org/drawingml/2006/main">
            <a:r>
              <a:t/>
            </a:r>
          </a:p>
          <a:p xmlns:a="http://schemas.openxmlformats.org/drawingml/2006/main">
            <a:r>
              <a:t>Sources:</a:t>
            </a:r>
          </a:p>
          <a:p xmlns:a="http://schemas.openxmlformats.org/drawingml/2006/main">
            <a:r>
              <a:t>- https://github.com/genaiworks/fssai-ra/blob/main/fssai-ra/evaluation/results/resilience-student-support.json</a:t>
            </a:r>
          </a:p>
          <a:p xmlns:a="http://schemas.openxmlformats.org/drawingml/2006/main">
            <a:r>
              <a:t>- https://github.com/genaiworks/fssai-ra/blob/main/fssai-ra/docs/RESILIENCE.md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named stack makes the repository useful, but the contract is the stable interface. A replacement backend inherits no assurance claim until the conformance suite passes. Hardware isolation is a separate deployment profile.</a:t>
            </a:r>
          </a:p>
          <a:p xmlns:a="http://schemas.openxmlformats.org/drawingml/2006/main">
            <a:r>
              <a:t/>
            </a:r>
          </a:p>
          <a:p xmlns:a="http://schemas.openxmlformats.org/drawingml/2006/main">
            <a:r>
              <a:t>Sources:</a:t>
            </a:r>
          </a:p>
          <a:p xmlns:a="http://schemas.openxmlformats.org/drawingml/2006/main">
            <a:r>
              <a:t>- https://github.com/genaiworks/fssai-ra</a:t>
            </a:r>
          </a:p>
          <a:p xmlns:a="http://schemas.openxmlformats.org/drawingml/2006/main">
            <a:r>
              <a:t>- https://iceberg.apache.org/</a:t>
            </a:r>
          </a:p>
          <a:p xmlns:a="http://schemas.openxmlformats.org/drawingml/2006/main">
            <a:r>
              <a:t>- https://spark.apache.org/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AI for Learning, the case is governed educational administration. For Learning for AI, the system becomes a hands-on lab and a shared capacity-building artifact. Institutions can share tests without sharing student records.</a:t>
            </a:r>
          </a:p>
          <a:p xmlns:a="http://schemas.openxmlformats.org/drawingml/2006/main">
            <a:r>
              <a:t/>
            </a:r>
          </a:p>
          <a:p xmlns:a="http://schemas.openxmlformats.org/drawingml/2006/main">
            <a:r>
              <a:t>Sources:</a:t>
            </a:r>
          </a:p>
          <a:p xmlns:a="http://schemas.openxmlformats.org/drawingml/2006/main">
            <a:r>
              <a:t>- https://unu.edu/macau/aiconf2026</a:t>
            </a:r>
          </a:p>
          <a:p xmlns:a="http://schemas.openxmlformats.org/drawingml/2006/main">
            <a:r>
              <a:t>- https://unesdoc.unesco.org/ark:/48223/pf0000391104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with the adoption rule and the repository. Invite the audience to reproduce, criticize, and extend the framework. The exclusions are part of the contribution: this architecture makes decisions attributable and contestable; it does not make policy fair.</a:t>
            </a:r>
          </a:p>
          <a:p xmlns:a="http://schemas.openxmlformats.org/drawingml/2006/main">
            <a:r>
              <a:t/>
            </a:r>
          </a:p>
          <a:p xmlns:a="http://schemas.openxmlformats.org/drawingml/2006/main">
            <a:r>
              <a:t>Sources:</a:t>
            </a:r>
          </a:p>
          <a:p xmlns:a="http://schemas.openxmlformats.org/drawingml/2006/main">
            <a:r>
              <a:t>- https://github.com/genaiworks/fssai-ra</a:t>
            </a:r>
          </a:p>
          <a:p xmlns:a="http://schemas.openxmlformats.org/drawingml/2006/main">
            <a:r>
              <a:t>- https://unu.edu/macau/announcement/book-series-aisd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f6b1be2ccde411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590042f0663476f" /><Relationship Type="http://schemas.openxmlformats.org/officeDocument/2006/relationships/slideLayout" Target="/ppt/slideLayouts/slideLayout1.xml" Id="Ra1bb66cc81bf448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1bb66cc81bf448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be7a8dade7444eb" /><Relationship Type="http://schemas.openxmlformats.org/officeDocument/2006/relationships/notesSlide" Target="/ppt/notesSlides/notesSlide1.xml" Id="R2bfd0c06312849c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2fc6ce2aca74f8b" /><Relationship Type="http://schemas.openxmlformats.org/officeDocument/2006/relationships/notesSlide" Target="/ppt/notesSlides/notesSlide2.xml" Id="R70f40d7d10dc421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679e89e1cad49e3" /><Relationship Type="http://schemas.openxmlformats.org/officeDocument/2006/relationships/notesSlide" Target="/ppt/notesSlides/notesSlide3.xml" Id="R6cf905214356410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e37cfe5cecc4d21" /><Relationship Type="http://schemas.openxmlformats.org/officeDocument/2006/relationships/notesSlide" Target="/ppt/notesSlides/notesSlide4.xml" Id="R179bae09c5c84c8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0e6cb1357b2c4d66" /><Relationship Type="http://schemas.openxmlformats.org/officeDocument/2006/relationships/notesSlide" Target="/ppt/notesSlides/notesSlide5.xml" Id="R736fe4227727449b"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75443a9b06444bb7" /><Relationship Type="http://schemas.openxmlformats.org/officeDocument/2006/relationships/notesSlide" Target="/ppt/notesSlides/notesSlide6.xml" Id="Ree0ea580efb64d0e"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cce1c31f5a184008" /><Relationship Type="http://schemas.openxmlformats.org/officeDocument/2006/relationships/notesSlide" Target="/ppt/notesSlides/notesSlide7.xml" Id="R88c2ccca5de544b4"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3b58fc7d8a8d4935" /><Relationship Type="http://schemas.openxmlformats.org/officeDocument/2006/relationships/notesSlide" Target="/ppt/notesSlides/notesSlide8.xml" Id="Rf33638b3840a4ab9"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b05a5bdd16de4c9d" /><Relationship Type="http://schemas.openxmlformats.org/officeDocument/2006/relationships/chart" Target="/ppt/slides/charts/chart1.xml" Id="R0b0781e46fe5455d" /><Relationship Type="http://schemas.openxmlformats.org/officeDocument/2006/relationships/notesSlide" Target="/ppt/notesSlides/notesSlide9.xml" Id="R633d65bc99d74f7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e85ca64687fa4671" /><Relationship Type="http://schemas.openxmlformats.org/officeDocument/2006/relationships/notesSlide" Target="/ppt/notesSlides/notesSlide10.xml" Id="R4c4a8414ae4e4a7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f4279e7f2a494c64" /><Relationship Type="http://schemas.openxmlformats.org/officeDocument/2006/relationships/notesSlide" Target="/ppt/notesSlides/notesSlide11.xml" Id="R67f9a242ddbd43e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73c3245a038d48cd" /><Relationship Type="http://schemas.openxmlformats.org/officeDocument/2006/relationships/notesSlide" Target="/ppt/notesSlides/notesSlide12.xml" Id="Rcc052a1f98d6459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7850081ccfcf473e" /><Relationship Type="http://schemas.openxmlformats.org/officeDocument/2006/relationships/notesSlide" Target="/ppt/notesSlides/notesSlide13.xml" Id="Rae9ecbbc0d454657"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9dcf3786aa684d2b" /><Relationship Type="http://schemas.openxmlformats.org/officeDocument/2006/relationships/notesSlide" Target="/ppt/notesSlides/notesSlide14.xml" Id="Rfcfa6a4a285c4364"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a:latin typeface="Arial"/>
                <a:ea typeface="Arial"/>
                <a:cs typeface="Arial"/>
              </a:rPr>
              <a:t>Attack containment (%)</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plotArea>
      <c:barChart>
        <c:barDir val="bar"/>
        <c:grouping val="clustered"/>
        <c:varyColors val="0"/>
        <c:ser>
          <c:idx val="0"/>
          <c:order val="0"/>
          <c:tx>
            <c:v>Contained</c:v>
          </c:tx>
          <c:spPr>
            <a:solidFill xmlns:a="http://schemas.openxmlformats.org/drawingml/2006/main">
              <a:srgbClr val="007F7A"/>
            </a:solidFill>
          </c:spPr>
          <c:cat>
            <c:strRef>
              <c:f>'Chart Data'!$A$2:$A$4</c:f>
              <c:strCache>
                <c:ptCount val="3"/>
                <c:pt idx="0">
                  <c:v>Unguarded</c:v>
                </c:pt>
                <c:pt idx="1">
                  <c:v>Prompt + allowlist</c:v>
                </c:pt>
                <c:pt idx="2">
                  <c:v>Trust by Construction</c:v>
                </c:pt>
              </c:strCache>
            </c:strRef>
          </c:cat>
          <c:val>
            <c:numRef>
              <c:f>'Chart Data'!$B$2:$B$4</c:f>
              <c:numCache>
                <c:formatCode>General</c:formatCode>
                <c:ptCount val="3"/>
                <c:pt idx="0">
                  <c:v>0</c:v>
                </c:pt>
                <c:pt idx="1">
                  <c:v>29</c:v>
                </c:pt>
                <c:pt idx="2">
                  <c:v>100</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dLblPos val="outEnd"/>
          <c:showLegendKey val="0"/>
          <c:showVal val="1"/>
          <c:showCatName val="0"/>
          <c:showSerName val="0"/>
          <c:showPercent val="0"/>
          <c:showBubbleSize val="0"/>
          <c:showLeaderLines val="0"/>
        </c:dLbls>
        <c:gapWidth val="65"/>
        <c:axId val="48650112"/>
        <c:axId val="48672768"/>
      </c:barChart>
      <c:catAx>
        <c:axId val="48650112"/>
        <c:scaling>
          <c:orientation val="minMax"/>
        </c:scaling>
        <c:delete val="0"/>
        <c:axPos val="l"/>
        <c:title>
          <c:tx>
            <c:rich>
              <a:bodyPr xmlns:a="http://schemas.openxmlformats.org/drawingml/2006/main"/>
              <a:lstStyle xmlns:a="http://schemas.openxmlformats.org/drawingml/2006/main"/>
              <a:p xmlns:a="http://schemas.openxmlformats.org/drawingml/2006/main">
                <a:r>
                  <a:rPr>
                    <a:latin typeface="Arial"/>
                    <a:ea typeface="Arial"/>
                    <a:cs typeface="Arial"/>
                  </a:rPr>
                  <a:t>Percent contained</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72768"/>
      </c:catAx>
      <c:valAx>
        <c:axId val="48672768"/>
        <c:scaling>
          <c:orientation val="minMax"/>
        </c:scaling>
        <c:delete val="1"/>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50112"/>
        <c:crossBetween val="between"/>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9525">
      <a:solidFill>
        <a:srgbClr val="CCD8DE"/>
      </a:solid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02D42"/>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92B1DF59-A739-4D49-98B4-5927201FE592}"/>
              </a:ext>
            </a:extLst>
          </p:cNvPr>
          <p:cNvSpPr>
            <a:spLocks xmlns:a="http://schemas.openxmlformats.org/drawingml/2006/main" noGrp="1"/>
          </p:cNvSpPr>
          <p:nvPr/>
        </p:nvSpPr>
        <p:spPr>
          <a:xfrm xmlns:a="http://schemas.openxmlformats.org/drawingml/2006/main">
            <a:off x="628650" y="514350"/>
            <a:ext cx="2952750" cy="342900"/>
          </a:xfrm>
          <a:prstGeom xmlns:a="http://schemas.openxmlformats.org/drawingml/2006/main" prst="roundRect">
            <a:avLst>
              <a:gd name="adj" fmla="val 22222"/>
            </a:avLst>
          </a:prstGeom>
          <a:solidFill xmlns:a="http://schemas.openxmlformats.org/drawingml/2006/main">
            <a:srgbClr val="174259"/>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46462DF-A753-418E-87A2-2097C2169ACB}"/>
              </a:ext>
            </a:extLst>
          </p:cNvPr>
          <p:cNvSpPr>
            <a:spLocks xmlns:a="http://schemas.openxmlformats.org/drawingml/2006/main" noGrp="1"/>
          </p:cNvSpPr>
          <p:nvPr/>
        </p:nvSpPr>
        <p:spPr>
          <a:xfrm xmlns:a="http://schemas.openxmlformats.org/drawingml/2006/main">
            <a:off x="628650" y="523875"/>
            <a:ext cx="2952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ctr">
              <a:defRPr sz="1125" b="1">
                <a:solidFill>
                  <a:srgbClr val="D9EEEE"/>
                </a:solidFill>
                <a:latin typeface="Arial"/>
                <a:ea typeface="Arial"/>
                <a:cs typeface="Arial"/>
              </a:defRPr>
            </a:pPr>
            <a:r>
              <a:rPr sz="1125" b="1">
                <a:solidFill>
                  <a:srgbClr val="D9EEEE"/>
                </a:solidFill>
                <a:latin typeface="Arial"/>
                <a:ea typeface="Arial"/>
                <a:cs typeface="Arial"/>
              </a:rPr>
              <a:t>UNU MACAU AI CONFERENCE 2026</a:t>
            </a:r>
          </a:p>
        </p:txBody>
      </p:sp>
      <p:sp>
        <p:nvSpPr>
          <p:cNvPr id="3" name="">
            <a:extLst xmlns:a="http://schemas.openxmlformats.org/drawingml/2006/main">
              <a:ext uri="{FF2B5EF4-FFF2-40B4-BE49-F238E27FC236}">
                <a16:creationId xmlns:a16="http://schemas.microsoft.com/office/drawing/2014/main" id="{08AA0ECE-42A1-4B6F-8A7A-AB2ED724E327}"/>
              </a:ext>
            </a:extLst>
          </p:cNvPr>
          <p:cNvSpPr>
            <a:spLocks xmlns:a="http://schemas.openxmlformats.org/drawingml/2006/main" noGrp="1"/>
          </p:cNvSpPr>
          <p:nvPr/>
        </p:nvSpPr>
        <p:spPr>
          <a:xfrm xmlns:a="http://schemas.openxmlformats.org/drawingml/2006/main">
            <a:off x="628650" y="1162050"/>
            <a:ext cx="6858000" cy="1543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defRPr sz="4350" b="1">
                <a:solidFill>
                  <a:srgbClr val="FFFFFF"/>
                </a:solidFill>
                <a:latin typeface="Arial"/>
                <a:ea typeface="Arial"/>
                <a:cs typeface="Arial"/>
              </a:defRPr>
            </a:pPr>
            <a:r>
              <a:rPr sz="4350" b="1">
                <a:solidFill>
                  <a:srgbClr val="FFFFFF"/>
                </a:solidFill>
                <a:latin typeface="Arial"/>
                <a:ea typeface="Arial"/>
                <a:cs typeface="Arial"/>
              </a:rPr>
              <a:t>Trust by</a:t>
            </a:r>
          </a:p>
          <a:p xmlns:a="http://schemas.openxmlformats.org/drawingml/2006/main">
            <a:pPr algn="l">
              <a:defRPr sz="4350" b="1">
                <a:solidFill>
                  <a:srgbClr val="FFFFFF"/>
                </a:solidFill>
                <a:latin typeface="Arial"/>
                <a:ea typeface="Arial"/>
                <a:cs typeface="Arial"/>
              </a:defRPr>
            </a:pPr>
            <a:r>
              <a:rPr sz="4350" b="1">
                <a:solidFill>
                  <a:srgbClr val="FFFFFF"/>
                </a:solidFill>
                <a:latin typeface="Arial"/>
                <a:ea typeface="Arial"/>
                <a:cs typeface="Arial"/>
              </a:rPr>
              <a:t>Construction</a:t>
            </a:r>
          </a:p>
        </p:txBody>
      </p:sp>
      <p:sp>
        <p:nvSpPr>
          <p:cNvPr id="4" name="">
            <a:extLst xmlns:a="http://schemas.openxmlformats.org/drawingml/2006/main">
              <a:ext uri="{FF2B5EF4-FFF2-40B4-BE49-F238E27FC236}">
                <a16:creationId xmlns:a16="http://schemas.microsoft.com/office/drawing/2014/main" id="{BF75CBA9-72AE-4E03-AFA6-7E1B71C07A8C}"/>
              </a:ext>
            </a:extLst>
          </p:cNvPr>
          <p:cNvSpPr>
            <a:spLocks xmlns:a="http://schemas.openxmlformats.org/drawingml/2006/main" noGrp="1"/>
          </p:cNvSpPr>
          <p:nvPr/>
        </p:nvSpPr>
        <p:spPr>
          <a:xfrm xmlns:a="http://schemas.openxmlformats.org/drawingml/2006/main">
            <a:off x="666750" y="2857500"/>
            <a:ext cx="6572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defRPr sz="1875" b="0">
                <a:solidFill>
                  <a:srgbClr val="D8E4EA"/>
                </a:solidFill>
                <a:latin typeface="Arial"/>
                <a:ea typeface="Arial"/>
                <a:cs typeface="Arial"/>
              </a:defRPr>
            </a:pPr>
            <a:r>
              <a:rPr sz="1875" b="0">
                <a:solidFill>
                  <a:srgbClr val="D8E4EA"/>
                </a:solidFill>
                <a:latin typeface="Arial"/>
                <a:ea typeface="Arial"/>
                <a:cs typeface="Arial"/>
              </a:rPr>
              <a:t>A testable architecture for sovereign AI agents in education</a:t>
            </a:r>
          </a:p>
        </p:txBody>
      </p:sp>
      <p:sp>
        <p:nvSpPr>
          <p:cNvPr id="5" name="">
            <a:extLst xmlns:a="http://schemas.openxmlformats.org/drawingml/2006/main">
              <a:ext uri="{FF2B5EF4-FFF2-40B4-BE49-F238E27FC236}">
                <a16:creationId xmlns:a16="http://schemas.microsoft.com/office/drawing/2014/main" id="{67357384-5E2F-4F18-BC1C-30E031E3A856}"/>
              </a:ext>
            </a:extLst>
          </p:cNvPr>
          <p:cNvSpPr>
            <a:spLocks xmlns:a="http://schemas.openxmlformats.org/drawingml/2006/main" noGrp="1"/>
          </p:cNvSpPr>
          <p:nvPr/>
        </p:nvSpPr>
        <p:spPr>
          <a:xfrm xmlns:a="http://schemas.openxmlformats.org/drawingml/2006/main">
            <a:off x="7772400" y="1104900"/>
            <a:ext cx="3695700" cy="4095750"/>
          </a:xfrm>
          <a:prstGeom xmlns:a="http://schemas.openxmlformats.org/drawingml/2006/main" prst="roundRect">
            <a:avLst>
              <a:gd name="adj" fmla="val 2062"/>
            </a:avLst>
          </a:prstGeom>
          <a:solidFill xmlns:a="http://schemas.openxmlformats.org/drawingml/2006/main">
            <a:srgbClr val="173E54"/>
          </a:solidFill>
          <a:ln xmlns:a="http://schemas.openxmlformats.org/drawingml/2006/main" w="9525">
            <a:solidFill>
              <a:srgbClr val="35637A"/>
            </a:solidFill>
          </a:ln>
        </p:spPr>
      </p:sp>
      <p:sp>
        <p:nvSpPr>
          <p:cNvPr id="6" name="">
            <a:extLst xmlns:a="http://schemas.openxmlformats.org/drawingml/2006/main">
              <a:ext uri="{FF2B5EF4-FFF2-40B4-BE49-F238E27FC236}">
                <a16:creationId xmlns:a16="http://schemas.microsoft.com/office/drawing/2014/main" id="{A422CB34-5AE4-4E49-A152-203B8F0487D0}"/>
              </a:ext>
            </a:extLst>
          </p:cNvPr>
          <p:cNvSpPr>
            <a:spLocks xmlns:a="http://schemas.openxmlformats.org/drawingml/2006/main" noGrp="1"/>
          </p:cNvSpPr>
          <p:nvPr/>
        </p:nvSpPr>
        <p:spPr>
          <a:xfrm xmlns:a="http://schemas.openxmlformats.org/drawingml/2006/main">
            <a:off x="8096250" y="1409700"/>
            <a:ext cx="285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defRPr sz="1125" b="1">
                <a:solidFill>
                  <a:srgbClr val="E5B14C"/>
                </a:solidFill>
                <a:latin typeface="Arial"/>
                <a:ea typeface="Arial"/>
                <a:cs typeface="Arial"/>
              </a:defRPr>
            </a:pPr>
            <a:r>
              <a:rPr sz="1125" b="1">
                <a:solidFill>
                  <a:srgbClr val="E5B14C"/>
                </a:solidFill>
                <a:latin typeface="Arial"/>
                <a:ea typeface="Arial"/>
                <a:cs typeface="Arial"/>
              </a:rPr>
              <a:t>THE RULE</a:t>
            </a:r>
          </a:p>
        </p:txBody>
      </p:sp>
      <p:sp>
        <p:nvSpPr>
          <p:cNvPr id="7" name="">
            <a:extLst xmlns:a="http://schemas.openxmlformats.org/drawingml/2006/main">
              <a:ext uri="{FF2B5EF4-FFF2-40B4-BE49-F238E27FC236}">
                <a16:creationId xmlns:a16="http://schemas.microsoft.com/office/drawing/2014/main" id="{CF2E1F5F-73C9-43C9-9D80-C4816362F584}"/>
              </a:ext>
            </a:extLst>
          </p:cNvPr>
          <p:cNvSpPr>
            <a:spLocks xmlns:a="http://schemas.openxmlformats.org/drawingml/2006/main" noGrp="1"/>
          </p:cNvSpPr>
          <p:nvPr/>
        </p:nvSpPr>
        <p:spPr>
          <a:xfrm xmlns:a="http://schemas.openxmlformats.org/drawingml/2006/main">
            <a:off x="8096250" y="1857375"/>
            <a:ext cx="290512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defRPr sz="2250" b="1">
                <a:solidFill>
                  <a:srgbClr val="FFFFFF"/>
                </a:solidFill>
                <a:latin typeface="Arial"/>
                <a:ea typeface="Arial"/>
                <a:cs typeface="Arial"/>
              </a:defRPr>
            </a:pPr>
            <a:r>
              <a:rPr sz="2250" b="1">
                <a:solidFill>
                  <a:srgbClr val="FFFFFF"/>
                </a:solidFill>
                <a:latin typeface="Arial"/>
                <a:ea typeface="Arial"/>
                <a:cs typeface="Arial"/>
              </a:rPr>
              <a:t>A model may</a:t>
            </a:r>
          </a:p>
          <a:p xmlns:a="http://schemas.openxmlformats.org/drawingml/2006/main">
            <a:pPr algn="l">
              <a:defRPr sz="2250" b="1">
                <a:solidFill>
                  <a:srgbClr val="FFFFFF"/>
                </a:solidFill>
                <a:latin typeface="Arial"/>
                <a:ea typeface="Arial"/>
                <a:cs typeface="Arial"/>
              </a:defRPr>
            </a:pPr>
            <a:r>
              <a:rPr sz="2250" b="1">
                <a:solidFill>
                  <a:srgbClr val="FFFFFF"/>
                </a:solidFill>
                <a:latin typeface="Arial"/>
                <a:ea typeface="Arial"/>
                <a:cs typeface="Arial"/>
              </a:rPr>
              <a:t>propose an action.</a:t>
            </a:r>
          </a:p>
        </p:txBody>
      </p:sp>
      <p:sp>
        <p:nvSpPr>
          <p:cNvPr id="8" name="">
            <a:extLst xmlns:a="http://schemas.openxmlformats.org/drawingml/2006/main">
              <a:ext uri="{FF2B5EF4-FFF2-40B4-BE49-F238E27FC236}">
                <a16:creationId xmlns:a16="http://schemas.microsoft.com/office/drawing/2014/main" id="{965FCE6B-F984-472F-A1E7-E473A9E9A05C}"/>
              </a:ext>
            </a:extLst>
          </p:cNvPr>
          <p:cNvSpPr>
            <a:spLocks xmlns:a="http://schemas.openxmlformats.org/drawingml/2006/main" noGrp="1"/>
          </p:cNvSpPr>
          <p:nvPr/>
        </p:nvSpPr>
        <p:spPr>
          <a:xfrm xmlns:a="http://schemas.openxmlformats.org/drawingml/2006/main">
            <a:off x="8096250" y="2800350"/>
            <a:ext cx="762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defRPr sz="3150" b="1">
                <a:solidFill>
                  <a:srgbClr val="E66A4E"/>
                </a:solidFill>
                <a:latin typeface="Arial"/>
                <a:ea typeface="Arial"/>
                <a:cs typeface="Arial"/>
              </a:defRPr>
            </a:pPr>
            <a:r>
              <a:rPr sz="3150" b="1">
                <a:solidFill>
                  <a:srgbClr val="E66A4E"/>
                </a:solidFill>
                <a:latin typeface="Arial"/>
                <a:ea typeface="Arial"/>
                <a:cs typeface="Arial"/>
              </a:rPr>
              <a:t>→</a:t>
            </a:r>
          </a:p>
        </p:txBody>
      </p:sp>
      <p:sp>
        <p:nvSpPr>
          <p:cNvPr id="9" name="">
            <a:extLst xmlns:a="http://schemas.openxmlformats.org/drawingml/2006/main">
              <a:ext uri="{FF2B5EF4-FFF2-40B4-BE49-F238E27FC236}">
                <a16:creationId xmlns:a16="http://schemas.microsoft.com/office/drawing/2014/main" id="{33A52B8B-712D-4980-806D-23D36375C300}"/>
              </a:ext>
            </a:extLst>
          </p:cNvPr>
          <p:cNvSpPr>
            <a:spLocks xmlns:a="http://schemas.openxmlformats.org/drawingml/2006/main" noGrp="1"/>
          </p:cNvSpPr>
          <p:nvPr/>
        </p:nvSpPr>
        <p:spPr>
          <a:xfrm xmlns:a="http://schemas.openxmlformats.org/drawingml/2006/main">
            <a:off x="8096250" y="3362325"/>
            <a:ext cx="2952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defRPr sz="2025" b="1">
                <a:solidFill>
                  <a:srgbClr val="FFFFFF"/>
                </a:solidFill>
                <a:latin typeface="Arial"/>
                <a:ea typeface="Arial"/>
                <a:cs typeface="Arial"/>
              </a:defRPr>
            </a:pPr>
            <a:r>
              <a:rPr sz="2025" b="1">
                <a:solidFill>
                  <a:srgbClr val="FFFFFF"/>
                </a:solidFill>
                <a:latin typeface="Arial"/>
                <a:ea typeface="Arial"/>
                <a:cs typeface="Arial"/>
              </a:rPr>
              <a:t>It cannot create</a:t>
            </a:r>
          </a:p>
          <a:p xmlns:a="http://schemas.openxmlformats.org/drawingml/2006/main">
            <a:pPr algn="l">
              <a:defRPr sz="2025" b="1">
                <a:solidFill>
                  <a:srgbClr val="FFFFFF"/>
                </a:solidFill>
                <a:latin typeface="Arial"/>
                <a:ea typeface="Arial"/>
                <a:cs typeface="Arial"/>
              </a:defRPr>
            </a:pPr>
            <a:r>
              <a:rPr sz="2025" b="1">
                <a:solidFill>
                  <a:srgbClr val="FFFFFF"/>
                </a:solidFill>
                <a:latin typeface="Arial"/>
                <a:ea typeface="Arial"/>
                <a:cs typeface="Arial"/>
              </a:rPr>
              <a:t>the authority to execute it.</a:t>
            </a:r>
          </a:p>
        </p:txBody>
      </p:sp>
      <p:sp>
        <p:nvSpPr>
          <p:cNvPr id="10" name="">
            <a:extLst xmlns:a="http://schemas.openxmlformats.org/drawingml/2006/main">
              <a:ext uri="{FF2B5EF4-FFF2-40B4-BE49-F238E27FC236}">
                <a16:creationId xmlns:a16="http://schemas.microsoft.com/office/drawing/2014/main" id="{E823A499-BD4F-49A7-8453-28E9B421053C}"/>
              </a:ext>
            </a:extLst>
          </p:cNvPr>
          <p:cNvSpPr>
            <a:spLocks xmlns:a="http://schemas.openxmlformats.org/drawingml/2006/main" noGrp="1"/>
          </p:cNvSpPr>
          <p:nvPr/>
        </p:nvSpPr>
        <p:spPr>
          <a:xfrm xmlns:a="http://schemas.openxmlformats.org/drawingml/2006/main">
            <a:off x="666750" y="6115050"/>
            <a:ext cx="9906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defRPr sz="1125" b="0">
                <a:solidFill>
                  <a:srgbClr val="B9CCD6"/>
                </a:solidFill>
                <a:latin typeface="Arial"/>
                <a:ea typeface="Arial"/>
                <a:cs typeface="Arial"/>
              </a:defRPr>
            </a:pPr>
            <a:r>
              <a:rPr sz="1125" b="0">
                <a:solidFill>
                  <a:srgbClr val="B9CCD6"/>
                </a:solidFill>
                <a:latin typeface="Arial"/>
                <a:ea typeface="Arial"/>
                <a:cs typeface="Arial"/>
              </a:rPr>
              <a:t>Open reference implementation  •  Apache 2.0  •  v1.0.0 + resilience supplement</a:t>
            </a:r>
          </a:p>
        </p:txBody>
      </p:sp>
      <p:sp>
        <p:nvSpPr>
          <p:cNvPr id="11" name="">
            <a:extLst xmlns:a="http://schemas.openxmlformats.org/drawingml/2006/main">
              <a:ext uri="{FF2B5EF4-FFF2-40B4-BE49-F238E27FC236}">
                <a16:creationId xmlns:a16="http://schemas.microsoft.com/office/drawing/2014/main" id="{A94BB273-F397-41E3-89B6-98F574FF2543}"/>
              </a:ext>
            </a:extLst>
          </p:cNvPr>
          <p:cNvSpPr>
            <a:spLocks xmlns:a="http://schemas.openxmlformats.org/drawingml/2006/main" noGrp="1"/>
          </p:cNvSpPr>
          <p:nvPr/>
        </p:nvSpPr>
        <p:spPr>
          <a:xfrm xmlns:a="http://schemas.openxmlformats.org/drawingml/2006/main">
            <a:off x="11029950" y="6496050"/>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r">
              <a:defRPr sz="825" b="0">
                <a:solidFill>
                  <a:srgbClr val="8CA6B4"/>
                </a:solidFill>
                <a:latin typeface="Arial"/>
                <a:ea typeface="Arial"/>
                <a:cs typeface="Arial"/>
              </a:defRPr>
            </a:pPr>
            <a:r>
              <a:rPr sz="825" b="0">
                <a:solidFill>
                  <a:srgbClr val="8CA6B4"/>
                </a:solidFill>
                <a:latin typeface="Arial"/>
                <a:ea typeface="Arial"/>
                <a:cs typeface="Arial"/>
              </a:rPr>
              <a:t>01</a:t>
            </a:r>
          </a:p>
        </p:txBody>
      </p:sp>
    </p:spTree>
    <p:extLst>
      <p:ext uri="{BB962C8B-B14F-4D97-AF65-F5344CB8AC3E}">
        <p14:creationId xmlns:p14="http://schemas.microsoft.com/office/powerpoint/2010/main" val="16399534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4BDE0BDF-E76C-486C-A303-71224BF5919E}"/>
              </a:ext>
            </a:extLst>
          </p:cNvPr>
          <p:cNvSpPr>
            <a:spLocks xmlns:a="http://schemas.openxmlformats.org/drawingml/2006/main" noGrp="1"/>
          </p:cNvSpPr>
          <p:nvPr/>
        </p:nvSpPr>
        <p:spPr>
          <a:xfrm xmlns:a="http://schemas.openxmlformats.org/drawingml/2006/main">
            <a:off x="571500" y="285750"/>
            <a:ext cx="428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defRPr sz="975" b="1">
                <a:solidFill>
                  <a:srgbClr val="007F7A"/>
                </a:solidFill>
                <a:latin typeface="Arial"/>
                <a:ea typeface="Arial"/>
                <a:cs typeface="Arial"/>
              </a:defRPr>
            </a:pPr>
            <a:r>
              <a:rPr sz="975" b="1">
                <a:solidFill>
                  <a:srgbClr val="007F7A"/>
                </a:solidFill>
                <a:latin typeface="Arial"/>
                <a:ea typeface="Arial"/>
                <a:cs typeface="Arial"/>
              </a:rPr>
              <a:t>THE HUMAN TEST</a:t>
            </a:r>
          </a:p>
        </p:txBody>
      </p:sp>
      <p:sp>
        <p:nvSpPr>
          <p:cNvPr id="2" name="">
            <a:extLst xmlns:a="http://schemas.openxmlformats.org/drawingml/2006/main">
              <a:ext uri="{FF2B5EF4-FFF2-40B4-BE49-F238E27FC236}">
                <a16:creationId xmlns:a16="http://schemas.microsoft.com/office/drawing/2014/main" id="{086C4DEA-09C0-4626-8995-AA142539A0C7}"/>
              </a:ext>
            </a:extLst>
          </p:cNvPr>
          <p:cNvSpPr>
            <a:spLocks xmlns:a="http://schemas.openxmlformats.org/drawingml/2006/main" noGrp="1"/>
          </p:cNvSpPr>
          <p:nvPr/>
        </p:nvSpPr>
        <p:spPr>
          <a:xfrm xmlns:a="http://schemas.openxmlformats.org/drawingml/2006/main">
            <a:off x="571500" y="552450"/>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defRPr sz="2550" b="1">
                <a:solidFill>
                  <a:srgbClr val="102D42"/>
                </a:solidFill>
                <a:latin typeface="Arial"/>
                <a:ea typeface="Arial"/>
                <a:cs typeface="Arial"/>
              </a:defRPr>
            </a:pPr>
            <a:r>
              <a:rPr sz="2550" b="1">
                <a:solidFill>
                  <a:srgbClr val="102D42"/>
                </a:solidFill>
                <a:latin typeface="Arial"/>
                <a:ea typeface="Arial"/>
                <a:cs typeface="Arial"/>
              </a:rPr>
              <a:t>A refused student asks three simple questions</a:t>
            </a:r>
          </a:p>
        </p:txBody>
      </p:sp>
      <p:sp>
        <p:nvSpPr>
          <p:cNvPr id="3" name="">
            <a:extLst xmlns:a="http://schemas.openxmlformats.org/drawingml/2006/main">
              <a:ext uri="{FF2B5EF4-FFF2-40B4-BE49-F238E27FC236}">
                <a16:creationId xmlns:a16="http://schemas.microsoft.com/office/drawing/2014/main" id="{40E24502-7AD5-4445-9722-FEA69819E5C5}"/>
              </a:ext>
            </a:extLst>
          </p:cNvPr>
          <p:cNvSpPr>
            <a:spLocks xmlns:a="http://schemas.openxmlformats.org/drawingml/2006/main" noGrp="1"/>
          </p:cNvSpPr>
          <p:nvPr/>
        </p:nvSpPr>
        <p:spPr>
          <a:xfrm xmlns:a="http://schemas.openxmlformats.org/drawingml/2006/main">
            <a:off x="571500" y="1200150"/>
            <a:ext cx="11049000" cy="19050"/>
          </a:xfrm>
          <a:prstGeom xmlns:a="http://schemas.openxmlformats.org/drawingml/2006/main" prst="rect">
            <a:avLst/>
          </a:prstGeom>
          <a:solidFill xmlns:a="http://schemas.openxmlformats.org/drawingml/2006/main">
            <a:srgbClr val="CCD8DE"/>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E505F5CF-D96E-4BB4-9D89-529278E95ECF}"/>
              </a:ext>
            </a:extLst>
          </p:cNvPr>
          <p:cNvSpPr>
            <a:spLocks xmlns:a="http://schemas.openxmlformats.org/drawingml/2006/main" noGrp="1"/>
          </p:cNvSpPr>
          <p:nvPr/>
        </p:nvSpPr>
        <p:spPr>
          <a:xfrm xmlns:a="http://schemas.openxmlformats.org/drawingml/2006/main">
            <a:off x="11049000" y="6496050"/>
            <a:ext cx="571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r">
              <a:defRPr sz="825" b="0">
                <a:solidFill>
                  <a:srgbClr val="667985"/>
                </a:solidFill>
                <a:latin typeface="Arial"/>
                <a:ea typeface="Arial"/>
                <a:cs typeface="Arial"/>
              </a:defRPr>
            </a:pPr>
            <a:r>
              <a:rPr sz="825" b="0">
                <a:solidFill>
                  <a:srgbClr val="667985"/>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77EA5BAF-2E03-4D24-BCA6-9C2534742B90}"/>
              </a:ext>
            </a:extLst>
          </p:cNvPr>
          <p:cNvSpPr>
            <a:spLocks xmlns:a="http://schemas.openxmlformats.org/drawingml/2006/main" noGrp="1"/>
          </p:cNvSpPr>
          <p:nvPr/>
        </p:nvSpPr>
        <p:spPr>
          <a:xfrm xmlns:a="http://schemas.openxmlformats.org/drawingml/2006/main">
            <a:off x="666750" y="1714500"/>
            <a:ext cx="3333750" cy="3048000"/>
          </a:xfrm>
          <a:prstGeom xmlns:a="http://schemas.openxmlformats.org/drawingml/2006/main" prst="roundRect">
            <a:avLst>
              <a:gd name="adj" fmla="val 2500"/>
            </a:avLst>
          </a:prstGeom>
          <a:solidFill xmlns:a="http://schemas.openxmlformats.org/drawingml/2006/main">
            <a:srgbClr val="F5F7F8"/>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3CC66F8D-1BFE-47D7-82AF-745C0D749103}"/>
              </a:ext>
            </a:extLst>
          </p:cNvPr>
          <p:cNvSpPr>
            <a:spLocks xmlns:a="http://schemas.openxmlformats.org/drawingml/2006/main" noGrp="1"/>
          </p:cNvSpPr>
          <p:nvPr/>
        </p:nvSpPr>
        <p:spPr>
          <a:xfrm xmlns:a="http://schemas.openxmlformats.org/drawingml/2006/main">
            <a:off x="904875" y="1981200"/>
            <a:ext cx="523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defRPr sz="1425" b="1">
                <a:solidFill>
                  <a:srgbClr val="E66A4E"/>
                </a:solidFill>
                <a:latin typeface="Arial"/>
                <a:ea typeface="Arial"/>
                <a:cs typeface="Arial"/>
              </a:defRPr>
            </a:pPr>
            <a:r>
              <a:rPr sz="1425" b="1">
                <a:solidFill>
                  <a:srgbClr val="E66A4E"/>
                </a:solidFill>
                <a:latin typeface="Arial"/>
                <a:ea typeface="Arial"/>
                <a:cs typeface="Arial"/>
              </a:rPr>
              <a:t>01</a:t>
            </a:r>
          </a:p>
        </p:txBody>
      </p:sp>
      <p:sp>
        <p:nvSpPr>
          <p:cNvPr id="7" name="">
            <a:extLst xmlns:a="http://schemas.openxmlformats.org/drawingml/2006/main">
              <a:ext uri="{FF2B5EF4-FFF2-40B4-BE49-F238E27FC236}">
                <a16:creationId xmlns:a16="http://schemas.microsoft.com/office/drawing/2014/main" id="{FF54DAE2-0222-456E-8E2B-D27D289F3134}"/>
              </a:ext>
            </a:extLst>
          </p:cNvPr>
          <p:cNvSpPr>
            <a:spLocks xmlns:a="http://schemas.openxmlformats.org/drawingml/2006/main" noGrp="1"/>
          </p:cNvSpPr>
          <p:nvPr/>
        </p:nvSpPr>
        <p:spPr>
          <a:xfrm xmlns:a="http://schemas.openxmlformats.org/drawingml/2006/main">
            <a:off x="904875" y="2495550"/>
            <a:ext cx="28098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defRPr sz="2175" b="1">
                <a:solidFill>
                  <a:srgbClr val="102D42"/>
                </a:solidFill>
                <a:latin typeface="Arial"/>
                <a:ea typeface="Arial"/>
                <a:cs typeface="Arial"/>
              </a:defRPr>
            </a:pPr>
            <a:r>
              <a:rPr sz="2175" b="1">
                <a:solidFill>
                  <a:srgbClr val="102D42"/>
                </a:solidFill>
                <a:latin typeface="Arial"/>
                <a:ea typeface="Arial"/>
                <a:cs typeface="Arial"/>
              </a:rPr>
              <a:t>Who decided?</a:t>
            </a:r>
          </a:p>
        </p:txBody>
      </p:sp>
      <p:sp>
        <p:nvSpPr>
          <p:cNvPr id="8" name="">
            <a:extLst xmlns:a="http://schemas.openxmlformats.org/drawingml/2006/main">
              <a:ext uri="{FF2B5EF4-FFF2-40B4-BE49-F238E27FC236}">
                <a16:creationId xmlns:a16="http://schemas.microsoft.com/office/drawing/2014/main" id="{2F143C54-3271-4919-9732-CE04FC533949}"/>
              </a:ext>
            </a:extLst>
          </p:cNvPr>
          <p:cNvSpPr>
            <a:spLocks xmlns:a="http://schemas.openxmlformats.org/drawingml/2006/main" noGrp="1"/>
          </p:cNvSpPr>
          <p:nvPr/>
        </p:nvSpPr>
        <p:spPr>
          <a:xfrm xmlns:a="http://schemas.openxmlformats.org/drawingml/2006/main">
            <a:off x="904875" y="3390900"/>
            <a:ext cx="2762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defRPr sz="1425" b="0">
                <a:solidFill>
                  <a:srgbClr val="26343D"/>
                </a:solidFill>
                <a:latin typeface="Arial"/>
                <a:ea typeface="Arial"/>
                <a:cs typeface="Arial"/>
              </a:defRPr>
            </a:pPr>
            <a:r>
              <a:rPr sz="1425" b="0">
                <a:solidFill>
                  <a:srgbClr val="26343D"/>
                </a:solidFill>
                <a:latin typeface="Arial"/>
                <a:ea typeface="Arial"/>
                <a:cs typeface="Arial"/>
              </a:rPr>
              <a:t>Name the person, service, and authority used.</a:t>
            </a:r>
          </a:p>
        </p:txBody>
      </p:sp>
      <p:sp>
        <p:nvSpPr>
          <p:cNvPr id="9" name="">
            <a:extLst xmlns:a="http://schemas.openxmlformats.org/drawingml/2006/main">
              <a:ext uri="{FF2B5EF4-FFF2-40B4-BE49-F238E27FC236}">
                <a16:creationId xmlns:a16="http://schemas.microsoft.com/office/drawing/2014/main" id="{014655B2-64B9-439B-8E99-6F9060D7B506}"/>
              </a:ext>
            </a:extLst>
          </p:cNvPr>
          <p:cNvSpPr>
            <a:spLocks xmlns:a="http://schemas.openxmlformats.org/drawingml/2006/main" noGrp="1"/>
          </p:cNvSpPr>
          <p:nvPr/>
        </p:nvSpPr>
        <p:spPr>
          <a:xfrm xmlns:a="http://schemas.openxmlformats.org/drawingml/2006/main">
            <a:off x="4429125" y="1714500"/>
            <a:ext cx="3333750" cy="3048000"/>
          </a:xfrm>
          <a:prstGeom xmlns:a="http://schemas.openxmlformats.org/drawingml/2006/main" prst="roundRect">
            <a:avLst>
              <a:gd name="adj" fmla="val 2500"/>
            </a:avLst>
          </a:prstGeom>
          <a:solidFill xmlns:a="http://schemas.openxmlformats.org/drawingml/2006/main">
            <a:srgbClr val="EDF4F8"/>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8F9F7149-AFDB-4E34-B843-60D25701D8E4}"/>
              </a:ext>
            </a:extLst>
          </p:cNvPr>
          <p:cNvSpPr>
            <a:spLocks xmlns:a="http://schemas.openxmlformats.org/drawingml/2006/main" noGrp="1"/>
          </p:cNvSpPr>
          <p:nvPr/>
        </p:nvSpPr>
        <p:spPr>
          <a:xfrm xmlns:a="http://schemas.openxmlformats.org/drawingml/2006/main">
            <a:off x="4667250" y="1981200"/>
            <a:ext cx="523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defRPr sz="1425" b="1">
                <a:solidFill>
                  <a:srgbClr val="E66A4E"/>
                </a:solidFill>
                <a:latin typeface="Arial"/>
                <a:ea typeface="Arial"/>
                <a:cs typeface="Arial"/>
              </a:defRPr>
            </a:pPr>
            <a:r>
              <a:rPr sz="1425" b="1">
                <a:solidFill>
                  <a:srgbClr val="E66A4E"/>
                </a:solidFill>
                <a:latin typeface="Arial"/>
                <a:ea typeface="Arial"/>
                <a:cs typeface="Arial"/>
              </a:rPr>
              <a:t>02</a:t>
            </a:r>
          </a:p>
        </p:txBody>
      </p:sp>
      <p:sp>
        <p:nvSpPr>
          <p:cNvPr id="11" name="">
            <a:extLst xmlns:a="http://schemas.openxmlformats.org/drawingml/2006/main">
              <a:ext uri="{FF2B5EF4-FFF2-40B4-BE49-F238E27FC236}">
                <a16:creationId xmlns:a16="http://schemas.microsoft.com/office/drawing/2014/main" id="{2FF716B9-C614-404F-8883-12CA0BB50807}"/>
              </a:ext>
            </a:extLst>
          </p:cNvPr>
          <p:cNvSpPr>
            <a:spLocks xmlns:a="http://schemas.openxmlformats.org/drawingml/2006/main" noGrp="1"/>
          </p:cNvSpPr>
          <p:nvPr/>
        </p:nvSpPr>
        <p:spPr>
          <a:xfrm xmlns:a="http://schemas.openxmlformats.org/drawingml/2006/main">
            <a:off x="4667250" y="2495550"/>
            <a:ext cx="28098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defRPr sz="2175" b="1">
                <a:solidFill>
                  <a:srgbClr val="102D42"/>
                </a:solidFill>
                <a:latin typeface="Arial"/>
                <a:ea typeface="Arial"/>
                <a:cs typeface="Arial"/>
              </a:defRPr>
            </a:pPr>
            <a:r>
              <a:rPr sz="2175" b="1">
                <a:solidFill>
                  <a:srgbClr val="102D42"/>
                </a:solidFill>
                <a:latin typeface="Arial"/>
                <a:ea typeface="Arial"/>
                <a:cs typeface="Arial"/>
              </a:rPr>
              <a:t>What did they see?</a:t>
            </a:r>
          </a:p>
        </p:txBody>
      </p:sp>
      <p:sp>
        <p:nvSpPr>
          <p:cNvPr id="12" name="">
            <a:extLst xmlns:a="http://schemas.openxmlformats.org/drawingml/2006/main">
              <a:ext uri="{FF2B5EF4-FFF2-40B4-BE49-F238E27FC236}">
                <a16:creationId xmlns:a16="http://schemas.microsoft.com/office/drawing/2014/main" id="{24C0E22E-916C-4AB4-884E-58F7391ADDFB}"/>
              </a:ext>
            </a:extLst>
          </p:cNvPr>
          <p:cNvSpPr>
            <a:spLocks xmlns:a="http://schemas.openxmlformats.org/drawingml/2006/main" noGrp="1"/>
          </p:cNvSpPr>
          <p:nvPr/>
        </p:nvSpPr>
        <p:spPr>
          <a:xfrm xmlns:a="http://schemas.openxmlformats.org/drawingml/2006/main">
            <a:off x="4667250" y="3390900"/>
            <a:ext cx="2762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defRPr sz="1425" b="0">
                <a:solidFill>
                  <a:srgbClr val="26343D"/>
                </a:solidFill>
                <a:latin typeface="Arial"/>
                <a:ea typeface="Arial"/>
                <a:cs typeface="Arial"/>
              </a:defRPr>
            </a:pPr>
            <a:r>
              <a:rPr sz="1425" b="0">
                <a:solidFill>
                  <a:srgbClr val="26343D"/>
                </a:solidFill>
                <a:latin typeface="Arial"/>
                <a:ea typeface="Arial"/>
                <a:cs typeface="Arial"/>
              </a:rPr>
              <a:t>Preserve the exact evidence and versions.</a:t>
            </a:r>
          </a:p>
        </p:txBody>
      </p:sp>
      <p:sp>
        <p:nvSpPr>
          <p:cNvPr id="13" name="">
            <a:extLst xmlns:a="http://schemas.openxmlformats.org/drawingml/2006/main">
              <a:ext uri="{FF2B5EF4-FFF2-40B4-BE49-F238E27FC236}">
                <a16:creationId xmlns:a16="http://schemas.microsoft.com/office/drawing/2014/main" id="{0D6CB340-A973-4B4F-821D-649B21A82364}"/>
              </a:ext>
            </a:extLst>
          </p:cNvPr>
          <p:cNvSpPr>
            <a:spLocks xmlns:a="http://schemas.openxmlformats.org/drawingml/2006/main" noGrp="1"/>
          </p:cNvSpPr>
          <p:nvPr/>
        </p:nvSpPr>
        <p:spPr>
          <a:xfrm xmlns:a="http://schemas.openxmlformats.org/drawingml/2006/main">
            <a:off x="8191500" y="1714500"/>
            <a:ext cx="3333750" cy="3048000"/>
          </a:xfrm>
          <a:prstGeom xmlns:a="http://schemas.openxmlformats.org/drawingml/2006/main" prst="roundRect">
            <a:avLst>
              <a:gd name="adj" fmla="val 2500"/>
            </a:avLst>
          </a:prstGeom>
          <a:solidFill xmlns:a="http://schemas.openxmlformats.org/drawingml/2006/main">
            <a:srgbClr val="F5F7F8"/>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6FE5C2E1-3621-4B2A-8EF1-E1EDD3192044}"/>
              </a:ext>
            </a:extLst>
          </p:cNvPr>
          <p:cNvSpPr>
            <a:spLocks xmlns:a="http://schemas.openxmlformats.org/drawingml/2006/main" noGrp="1"/>
          </p:cNvSpPr>
          <p:nvPr/>
        </p:nvSpPr>
        <p:spPr>
          <a:xfrm xmlns:a="http://schemas.openxmlformats.org/drawingml/2006/main">
            <a:off x="8429625" y="1981200"/>
            <a:ext cx="523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defRPr sz="1425" b="1">
                <a:solidFill>
                  <a:srgbClr val="E66A4E"/>
                </a:solidFill>
                <a:latin typeface="Arial"/>
                <a:ea typeface="Arial"/>
                <a:cs typeface="Arial"/>
              </a:defRPr>
            </a:pPr>
            <a:r>
              <a:rPr sz="1425" b="1">
                <a:solidFill>
                  <a:srgbClr val="E66A4E"/>
                </a:solidFill>
                <a:latin typeface="Arial"/>
                <a:ea typeface="Arial"/>
                <a:cs typeface="Arial"/>
              </a:rPr>
              <a:t>03</a:t>
            </a:r>
          </a:p>
        </p:txBody>
      </p:sp>
      <p:sp>
        <p:nvSpPr>
          <p:cNvPr id="15" name="">
            <a:extLst xmlns:a="http://schemas.openxmlformats.org/drawingml/2006/main">
              <a:ext uri="{FF2B5EF4-FFF2-40B4-BE49-F238E27FC236}">
                <a16:creationId xmlns:a16="http://schemas.microsoft.com/office/drawing/2014/main" id="{63C3E6E9-E01D-4DC1-8D08-2401E4D86679}"/>
              </a:ext>
            </a:extLst>
          </p:cNvPr>
          <p:cNvSpPr>
            <a:spLocks xmlns:a="http://schemas.openxmlformats.org/drawingml/2006/main" noGrp="1"/>
          </p:cNvSpPr>
          <p:nvPr/>
        </p:nvSpPr>
        <p:spPr>
          <a:xfrm xmlns:a="http://schemas.openxmlformats.org/drawingml/2006/main">
            <a:off x="8429625" y="2495550"/>
            <a:ext cx="28098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defRPr sz="2175" b="1">
                <a:solidFill>
                  <a:srgbClr val="102D42"/>
                </a:solidFill>
                <a:latin typeface="Arial"/>
                <a:ea typeface="Arial"/>
                <a:cs typeface="Arial"/>
              </a:defRPr>
            </a:pPr>
            <a:r>
              <a:rPr sz="2175" b="1">
                <a:solidFill>
                  <a:srgbClr val="102D42"/>
                </a:solidFill>
                <a:latin typeface="Arial"/>
                <a:ea typeface="Arial"/>
                <a:cs typeface="Arial"/>
              </a:rPr>
              <a:t>How can I contest it?</a:t>
            </a:r>
          </a:p>
        </p:txBody>
      </p:sp>
      <p:sp>
        <p:nvSpPr>
          <p:cNvPr id="16" name="">
            <a:extLst xmlns:a="http://schemas.openxmlformats.org/drawingml/2006/main">
              <a:ext uri="{FF2B5EF4-FFF2-40B4-BE49-F238E27FC236}">
                <a16:creationId xmlns:a16="http://schemas.microsoft.com/office/drawing/2014/main" id="{627F6462-09DD-442E-B397-0BA42D8B6360}"/>
              </a:ext>
            </a:extLst>
          </p:cNvPr>
          <p:cNvSpPr>
            <a:spLocks xmlns:a="http://schemas.openxmlformats.org/drawingml/2006/main" noGrp="1"/>
          </p:cNvSpPr>
          <p:nvPr/>
        </p:nvSpPr>
        <p:spPr>
          <a:xfrm xmlns:a="http://schemas.openxmlformats.org/drawingml/2006/main">
            <a:off x="8429625" y="3390900"/>
            <a:ext cx="2762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defRPr sz="1425" b="0">
                <a:solidFill>
                  <a:srgbClr val="26343D"/>
                </a:solidFill>
                <a:latin typeface="Arial"/>
                <a:ea typeface="Arial"/>
                <a:cs typeface="Arial"/>
              </a:defRPr>
            </a:pPr>
            <a:r>
              <a:rPr sz="1425" b="0">
                <a:solidFill>
                  <a:srgbClr val="26343D"/>
                </a:solidFill>
                <a:latin typeface="Arial"/>
                <a:ea typeface="Arial"/>
                <a:cs typeface="Arial"/>
              </a:rPr>
              <a:t>Provide correction, appeal, and recovery routes.</a:t>
            </a:r>
          </a:p>
        </p:txBody>
      </p:sp>
      <p:sp>
        <p:nvSpPr>
          <p:cNvPr id="17" name="">
            <a:extLst xmlns:a="http://schemas.openxmlformats.org/drawingml/2006/main">
              <a:ext uri="{FF2B5EF4-FFF2-40B4-BE49-F238E27FC236}">
                <a16:creationId xmlns:a16="http://schemas.microsoft.com/office/drawing/2014/main" id="{3BD2F7E9-7DEC-4050-BB8C-82E26A6F6985}"/>
              </a:ext>
            </a:extLst>
          </p:cNvPr>
          <p:cNvSpPr>
            <a:spLocks xmlns:a="http://schemas.openxmlformats.org/drawingml/2006/main" noGrp="1"/>
          </p:cNvSpPr>
          <p:nvPr/>
        </p:nvSpPr>
        <p:spPr>
          <a:xfrm xmlns:a="http://schemas.openxmlformats.org/drawingml/2006/main">
            <a:off x="742950" y="5286375"/>
            <a:ext cx="1047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ctr">
              <a:defRPr sz="1725" b="1">
                <a:solidFill>
                  <a:srgbClr val="007F7A"/>
                </a:solidFill>
                <a:latin typeface="Arial"/>
                <a:ea typeface="Arial"/>
                <a:cs typeface="Arial"/>
              </a:defRPr>
            </a:pPr>
            <a:r>
              <a:rPr sz="1725" b="1">
                <a:solidFill>
                  <a:srgbClr val="007F7A"/>
                </a:solidFill>
                <a:latin typeface="Arial"/>
                <a:ea typeface="Arial"/>
                <a:cs typeface="Arial"/>
              </a:rPr>
              <a:t>A hostile document and an ordinary model error can cause the same institutional harm.</a:t>
            </a:r>
          </a:p>
        </p:txBody>
      </p:sp>
    </p:spTree>
    <p:extLst>
      <p:ext uri="{BB962C8B-B14F-4D97-AF65-F5344CB8AC3E}">
        <p14:creationId xmlns:p14="http://schemas.microsoft.com/office/powerpoint/2010/main" val="1064208912"/>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8198E621-3A2E-4B6E-A187-3B0DC13C05BC}"/>
              </a:ext>
            </a:extLst>
          </p:cNvPr>
          <p:cNvSpPr>
            <a:spLocks xmlns:a="http://schemas.openxmlformats.org/drawingml/2006/main" noGrp="1"/>
          </p:cNvSpPr>
          <p:nvPr/>
        </p:nvSpPr>
        <p:spPr>
          <a:xfrm xmlns:a="http://schemas.openxmlformats.org/drawingml/2006/main">
            <a:off x="571500" y="285750"/>
            <a:ext cx="428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defRPr sz="975" b="1">
                <a:solidFill>
                  <a:srgbClr val="007F7A"/>
                </a:solidFill>
                <a:latin typeface="Arial"/>
                <a:ea typeface="Arial"/>
                <a:cs typeface="Arial"/>
              </a:defRPr>
            </a:pPr>
            <a:r>
              <a:rPr sz="975" b="1">
                <a:solidFill>
                  <a:srgbClr val="007F7A"/>
                </a:solidFill>
                <a:latin typeface="Arial"/>
                <a:ea typeface="Arial"/>
                <a:cs typeface="Arial"/>
              </a:rPr>
              <a:t>REFRAME</a:t>
            </a:r>
          </a:p>
        </p:txBody>
      </p:sp>
      <p:sp>
        <p:nvSpPr>
          <p:cNvPr id="2" name="">
            <a:extLst xmlns:a="http://schemas.openxmlformats.org/drawingml/2006/main">
              <a:ext uri="{FF2B5EF4-FFF2-40B4-BE49-F238E27FC236}">
                <a16:creationId xmlns:a16="http://schemas.microsoft.com/office/drawing/2014/main" id="{AAC00118-2530-48B8-83E2-F4593997822F}"/>
              </a:ext>
            </a:extLst>
          </p:cNvPr>
          <p:cNvSpPr>
            <a:spLocks xmlns:a="http://schemas.openxmlformats.org/drawingml/2006/main" noGrp="1"/>
          </p:cNvSpPr>
          <p:nvPr/>
        </p:nvSpPr>
        <p:spPr>
          <a:xfrm xmlns:a="http://schemas.openxmlformats.org/drawingml/2006/main">
            <a:off x="571500" y="552450"/>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defRPr sz="2550" b="1">
                <a:solidFill>
                  <a:srgbClr val="102D42"/>
                </a:solidFill>
                <a:latin typeface="Arial"/>
                <a:ea typeface="Arial"/>
                <a:cs typeface="Arial"/>
              </a:defRPr>
            </a:pPr>
            <a:r>
              <a:rPr sz="2550" b="1">
                <a:solidFill>
                  <a:srgbClr val="102D42"/>
                </a:solidFill>
                <a:latin typeface="Arial"/>
                <a:ea typeface="Arial"/>
                <a:cs typeface="Arial"/>
              </a:rPr>
              <a:t>Sovereignty is a capability set—not a hosting label</a:t>
            </a:r>
          </a:p>
        </p:txBody>
      </p:sp>
      <p:sp>
        <p:nvSpPr>
          <p:cNvPr id="3" name="">
            <a:extLst xmlns:a="http://schemas.openxmlformats.org/drawingml/2006/main">
              <a:ext uri="{FF2B5EF4-FFF2-40B4-BE49-F238E27FC236}">
                <a16:creationId xmlns:a16="http://schemas.microsoft.com/office/drawing/2014/main" id="{8B52BDAD-B3D1-472E-8888-5460831B7C8F}"/>
              </a:ext>
            </a:extLst>
          </p:cNvPr>
          <p:cNvSpPr>
            <a:spLocks xmlns:a="http://schemas.openxmlformats.org/drawingml/2006/main" noGrp="1"/>
          </p:cNvSpPr>
          <p:nvPr/>
        </p:nvSpPr>
        <p:spPr>
          <a:xfrm xmlns:a="http://schemas.openxmlformats.org/drawingml/2006/main">
            <a:off x="571500" y="1200150"/>
            <a:ext cx="11049000" cy="19050"/>
          </a:xfrm>
          <a:prstGeom xmlns:a="http://schemas.openxmlformats.org/drawingml/2006/main" prst="rect">
            <a:avLst/>
          </a:prstGeom>
          <a:solidFill xmlns:a="http://schemas.openxmlformats.org/drawingml/2006/main">
            <a:srgbClr val="CCD8DE"/>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A5E90BAB-BCD8-4B21-9818-B4896934B21E}"/>
              </a:ext>
            </a:extLst>
          </p:cNvPr>
          <p:cNvSpPr>
            <a:spLocks xmlns:a="http://schemas.openxmlformats.org/drawingml/2006/main" noGrp="1"/>
          </p:cNvSpPr>
          <p:nvPr/>
        </p:nvSpPr>
        <p:spPr>
          <a:xfrm xmlns:a="http://schemas.openxmlformats.org/drawingml/2006/main">
            <a:off x="11049000" y="6496050"/>
            <a:ext cx="571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r">
              <a:defRPr sz="825" b="0">
                <a:solidFill>
                  <a:srgbClr val="667985"/>
                </a:solidFill>
                <a:latin typeface="Arial"/>
                <a:ea typeface="Arial"/>
                <a:cs typeface="Arial"/>
              </a:defRPr>
            </a:pPr>
            <a:r>
              <a:rPr sz="825" b="0">
                <a:solidFill>
                  <a:srgbClr val="667985"/>
                </a:solidFill>
                <a:latin typeface="Arial"/>
                <a:ea typeface="Arial"/>
                <a:cs typeface="Arial"/>
              </a:rPr>
              <a:t>03</a:t>
            </a:r>
          </a:p>
        </p:txBody>
      </p:sp>
      <p:sp>
        <p:nvSpPr>
          <p:cNvPr id="5" name="">
            <a:extLst xmlns:a="http://schemas.openxmlformats.org/drawingml/2006/main">
              <a:ext uri="{FF2B5EF4-FFF2-40B4-BE49-F238E27FC236}">
                <a16:creationId xmlns:a16="http://schemas.microsoft.com/office/drawing/2014/main" id="{1831AE55-4158-4B96-8B63-EF12913827B3}"/>
              </a:ext>
            </a:extLst>
          </p:cNvPr>
          <p:cNvSpPr>
            <a:spLocks xmlns:a="http://schemas.openxmlformats.org/drawingml/2006/main" noGrp="1"/>
          </p:cNvSpPr>
          <p:nvPr/>
        </p:nvSpPr>
        <p:spPr>
          <a:xfrm xmlns:a="http://schemas.openxmlformats.org/drawingml/2006/main">
            <a:off x="685800" y="1857375"/>
            <a:ext cx="1581150" cy="1962150"/>
          </a:xfrm>
          <a:prstGeom xmlns:a="http://schemas.openxmlformats.org/drawingml/2006/main" prst="roundRect">
            <a:avLst>
              <a:gd name="adj" fmla="val 4819"/>
            </a:avLst>
          </a:prstGeom>
          <a:solidFill xmlns:a="http://schemas.openxmlformats.org/drawingml/2006/main">
            <a:srgbClr val="E8F3F2"/>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64004AB6-48DC-4FD1-B606-9B6309CFF9C9}"/>
              </a:ext>
            </a:extLst>
          </p:cNvPr>
          <p:cNvSpPr>
            <a:spLocks xmlns:a="http://schemas.openxmlformats.org/drawingml/2006/main" noGrp="1"/>
          </p:cNvSpPr>
          <p:nvPr/>
        </p:nvSpPr>
        <p:spPr>
          <a:xfrm xmlns:a="http://schemas.openxmlformats.org/drawingml/2006/main">
            <a:off x="838200" y="2057400"/>
            <a:ext cx="5143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defRPr sz="1050" b="1">
                <a:solidFill>
                  <a:srgbClr val="667985"/>
                </a:solidFill>
                <a:latin typeface="Arial"/>
                <a:ea typeface="Arial"/>
                <a:cs typeface="Arial"/>
              </a:defRPr>
            </a:pPr>
            <a:r>
              <a:rPr sz="1050" b="1">
                <a:solidFill>
                  <a:srgbClr val="667985"/>
                </a:solidFill>
                <a:latin typeface="Arial"/>
                <a:ea typeface="Arial"/>
                <a:cs typeface="Arial"/>
              </a:rPr>
              <a:t>01</a:t>
            </a:r>
          </a:p>
        </p:txBody>
      </p:sp>
      <p:sp>
        <p:nvSpPr>
          <p:cNvPr id="7" name="">
            <a:extLst xmlns:a="http://schemas.openxmlformats.org/drawingml/2006/main">
              <a:ext uri="{FF2B5EF4-FFF2-40B4-BE49-F238E27FC236}">
                <a16:creationId xmlns:a16="http://schemas.microsoft.com/office/drawing/2014/main" id="{B6FBC5E5-B940-4C4B-905E-857528ACAC3A}"/>
              </a:ext>
            </a:extLst>
          </p:cNvPr>
          <p:cNvSpPr>
            <a:spLocks xmlns:a="http://schemas.openxmlformats.org/drawingml/2006/main" noGrp="1"/>
          </p:cNvSpPr>
          <p:nvPr/>
        </p:nvSpPr>
        <p:spPr>
          <a:xfrm xmlns:a="http://schemas.openxmlformats.org/drawingml/2006/main">
            <a:off x="800100" y="2667000"/>
            <a:ext cx="13525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ctr">
              <a:defRPr sz="1500" b="1">
                <a:solidFill>
                  <a:srgbClr val="102D42"/>
                </a:solidFill>
                <a:latin typeface="Arial"/>
                <a:ea typeface="Arial"/>
                <a:cs typeface="Arial"/>
              </a:defRPr>
            </a:pPr>
            <a:r>
              <a:rPr sz="1500" b="1">
                <a:solidFill>
                  <a:srgbClr val="102D42"/>
                </a:solidFill>
                <a:latin typeface="Arial"/>
                <a:ea typeface="Arial"/>
                <a:cs typeface="Arial"/>
              </a:rPr>
              <a:t>ACCESS</a:t>
            </a:r>
          </a:p>
        </p:txBody>
      </p:sp>
      <p:sp>
        <p:nvSpPr>
          <p:cNvPr id="8" name="">
            <a:extLst xmlns:a="http://schemas.openxmlformats.org/drawingml/2006/main">
              <a:ext uri="{FF2B5EF4-FFF2-40B4-BE49-F238E27FC236}">
                <a16:creationId xmlns:a16="http://schemas.microsoft.com/office/drawing/2014/main" id="{12E261D5-EA32-45AA-948B-121BD02EEDD6}"/>
              </a:ext>
            </a:extLst>
          </p:cNvPr>
          <p:cNvSpPr>
            <a:spLocks xmlns:a="http://schemas.openxmlformats.org/drawingml/2006/main" noGrp="1"/>
          </p:cNvSpPr>
          <p:nvPr/>
        </p:nvSpPr>
        <p:spPr>
          <a:xfrm xmlns:a="http://schemas.openxmlformats.org/drawingml/2006/main">
            <a:off x="2514600" y="1857375"/>
            <a:ext cx="1581150" cy="1962150"/>
          </a:xfrm>
          <a:prstGeom xmlns:a="http://schemas.openxmlformats.org/drawingml/2006/main" prst="roundRect">
            <a:avLst>
              <a:gd name="adj" fmla="val 4819"/>
            </a:avLst>
          </a:prstGeom>
          <a:solidFill xmlns:a="http://schemas.openxmlformats.org/drawingml/2006/main">
            <a:srgbClr val="EDF4F8"/>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992E5FAF-93AC-4D20-A048-57AD060DF4BD}"/>
              </a:ext>
            </a:extLst>
          </p:cNvPr>
          <p:cNvSpPr>
            <a:spLocks xmlns:a="http://schemas.openxmlformats.org/drawingml/2006/main" noGrp="1"/>
          </p:cNvSpPr>
          <p:nvPr/>
        </p:nvSpPr>
        <p:spPr>
          <a:xfrm xmlns:a="http://schemas.openxmlformats.org/drawingml/2006/main">
            <a:off x="2667000" y="2057400"/>
            <a:ext cx="5143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defRPr sz="1050" b="1">
                <a:solidFill>
                  <a:srgbClr val="667985"/>
                </a:solidFill>
                <a:latin typeface="Arial"/>
                <a:ea typeface="Arial"/>
                <a:cs typeface="Arial"/>
              </a:defRPr>
            </a:pPr>
            <a:r>
              <a:rPr sz="1050" b="1">
                <a:solidFill>
                  <a:srgbClr val="667985"/>
                </a:solidFill>
                <a:latin typeface="Arial"/>
                <a:ea typeface="Arial"/>
                <a:cs typeface="Arial"/>
              </a:rPr>
              <a:t>02</a:t>
            </a:r>
          </a:p>
        </p:txBody>
      </p:sp>
      <p:sp>
        <p:nvSpPr>
          <p:cNvPr id="10" name="">
            <a:extLst xmlns:a="http://schemas.openxmlformats.org/drawingml/2006/main">
              <a:ext uri="{FF2B5EF4-FFF2-40B4-BE49-F238E27FC236}">
                <a16:creationId xmlns:a16="http://schemas.microsoft.com/office/drawing/2014/main" id="{862B9D3D-EBB0-4733-AD2D-7A6D1E403897}"/>
              </a:ext>
            </a:extLst>
          </p:cNvPr>
          <p:cNvSpPr>
            <a:spLocks xmlns:a="http://schemas.openxmlformats.org/drawingml/2006/main" noGrp="1"/>
          </p:cNvSpPr>
          <p:nvPr/>
        </p:nvSpPr>
        <p:spPr>
          <a:xfrm xmlns:a="http://schemas.openxmlformats.org/drawingml/2006/main">
            <a:off x="2628900" y="2667000"/>
            <a:ext cx="13525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ctr">
              <a:defRPr sz="1500" b="1">
                <a:solidFill>
                  <a:srgbClr val="102D42"/>
                </a:solidFill>
                <a:latin typeface="Arial"/>
                <a:ea typeface="Arial"/>
                <a:cs typeface="Arial"/>
              </a:defRPr>
            </a:pPr>
            <a:r>
              <a:rPr sz="1500" b="1">
                <a:solidFill>
                  <a:srgbClr val="102D42"/>
                </a:solidFill>
                <a:latin typeface="Arial"/>
                <a:ea typeface="Arial"/>
                <a:cs typeface="Arial"/>
              </a:rPr>
              <a:t>MODELS</a:t>
            </a:r>
          </a:p>
        </p:txBody>
      </p:sp>
      <p:sp>
        <p:nvSpPr>
          <p:cNvPr id="11" name="">
            <a:extLst xmlns:a="http://schemas.openxmlformats.org/drawingml/2006/main">
              <a:ext uri="{FF2B5EF4-FFF2-40B4-BE49-F238E27FC236}">
                <a16:creationId xmlns:a16="http://schemas.microsoft.com/office/drawing/2014/main" id="{7A8AD98E-D803-4597-A6AD-9E4EE04C828A}"/>
              </a:ext>
            </a:extLst>
          </p:cNvPr>
          <p:cNvSpPr>
            <a:spLocks xmlns:a="http://schemas.openxmlformats.org/drawingml/2006/main" noGrp="1"/>
          </p:cNvSpPr>
          <p:nvPr/>
        </p:nvSpPr>
        <p:spPr>
          <a:xfrm xmlns:a="http://schemas.openxmlformats.org/drawingml/2006/main">
            <a:off x="4343400" y="1857375"/>
            <a:ext cx="1581150" cy="1962150"/>
          </a:xfrm>
          <a:prstGeom xmlns:a="http://schemas.openxmlformats.org/drawingml/2006/main" prst="roundRect">
            <a:avLst>
              <a:gd name="adj" fmla="val 4819"/>
            </a:avLst>
          </a:prstGeom>
          <a:solidFill xmlns:a="http://schemas.openxmlformats.org/drawingml/2006/main">
            <a:srgbClr val="FFF5E2"/>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304D7A80-C72D-4996-BF82-3829F5B28272}"/>
              </a:ext>
            </a:extLst>
          </p:cNvPr>
          <p:cNvSpPr>
            <a:spLocks xmlns:a="http://schemas.openxmlformats.org/drawingml/2006/main" noGrp="1"/>
          </p:cNvSpPr>
          <p:nvPr/>
        </p:nvSpPr>
        <p:spPr>
          <a:xfrm xmlns:a="http://schemas.openxmlformats.org/drawingml/2006/main">
            <a:off x="4495800" y="2057400"/>
            <a:ext cx="5143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defRPr sz="1050" b="1">
                <a:solidFill>
                  <a:srgbClr val="667985"/>
                </a:solidFill>
                <a:latin typeface="Arial"/>
                <a:ea typeface="Arial"/>
                <a:cs typeface="Arial"/>
              </a:defRPr>
            </a:pPr>
            <a:r>
              <a:rPr sz="1050" b="1">
                <a:solidFill>
                  <a:srgbClr val="667985"/>
                </a:solidFill>
                <a:latin typeface="Arial"/>
                <a:ea typeface="Arial"/>
                <a:cs typeface="Arial"/>
              </a:rPr>
              <a:t>03</a:t>
            </a:r>
          </a:p>
        </p:txBody>
      </p:sp>
      <p:sp>
        <p:nvSpPr>
          <p:cNvPr id="13" name="">
            <a:extLst xmlns:a="http://schemas.openxmlformats.org/drawingml/2006/main">
              <a:ext uri="{FF2B5EF4-FFF2-40B4-BE49-F238E27FC236}">
                <a16:creationId xmlns:a16="http://schemas.microsoft.com/office/drawing/2014/main" id="{7C7906FC-D2FB-4DA1-B13E-8FA2A912ECAF}"/>
              </a:ext>
            </a:extLst>
          </p:cNvPr>
          <p:cNvSpPr>
            <a:spLocks xmlns:a="http://schemas.openxmlformats.org/drawingml/2006/main" noGrp="1"/>
          </p:cNvSpPr>
          <p:nvPr/>
        </p:nvSpPr>
        <p:spPr>
          <a:xfrm xmlns:a="http://schemas.openxmlformats.org/drawingml/2006/main">
            <a:off x="4457700" y="2667000"/>
            <a:ext cx="13525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ctr">
              <a:defRPr sz="1500" b="1">
                <a:solidFill>
                  <a:srgbClr val="102D42"/>
                </a:solidFill>
                <a:latin typeface="Arial"/>
                <a:ea typeface="Arial"/>
                <a:cs typeface="Arial"/>
              </a:defRPr>
            </a:pPr>
            <a:r>
              <a:rPr sz="1500" b="1">
                <a:solidFill>
                  <a:srgbClr val="102D42"/>
                </a:solidFill>
                <a:latin typeface="Arial"/>
                <a:ea typeface="Arial"/>
                <a:cs typeface="Arial"/>
              </a:rPr>
              <a:t>KEYS</a:t>
            </a:r>
          </a:p>
        </p:txBody>
      </p:sp>
      <p:sp>
        <p:nvSpPr>
          <p:cNvPr id="14" name="">
            <a:extLst xmlns:a="http://schemas.openxmlformats.org/drawingml/2006/main">
              <a:ext uri="{FF2B5EF4-FFF2-40B4-BE49-F238E27FC236}">
                <a16:creationId xmlns:a16="http://schemas.microsoft.com/office/drawing/2014/main" id="{43662B2C-7BA4-4AD2-BE4A-77A9421DB4E9}"/>
              </a:ext>
            </a:extLst>
          </p:cNvPr>
          <p:cNvSpPr>
            <a:spLocks xmlns:a="http://schemas.openxmlformats.org/drawingml/2006/main" noGrp="1"/>
          </p:cNvSpPr>
          <p:nvPr/>
        </p:nvSpPr>
        <p:spPr>
          <a:xfrm xmlns:a="http://schemas.openxmlformats.org/drawingml/2006/main">
            <a:off x="6172200" y="1857375"/>
            <a:ext cx="1581150" cy="1962150"/>
          </a:xfrm>
          <a:prstGeom xmlns:a="http://schemas.openxmlformats.org/drawingml/2006/main" prst="roundRect">
            <a:avLst>
              <a:gd name="adj" fmla="val 4819"/>
            </a:avLst>
          </a:prstGeom>
          <a:solidFill xmlns:a="http://schemas.openxmlformats.org/drawingml/2006/main">
            <a:srgbClr val="FBEDE9"/>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B9258A27-A104-4A0B-B805-52CD28C82F90}"/>
              </a:ext>
            </a:extLst>
          </p:cNvPr>
          <p:cNvSpPr>
            <a:spLocks xmlns:a="http://schemas.openxmlformats.org/drawingml/2006/main" noGrp="1"/>
          </p:cNvSpPr>
          <p:nvPr/>
        </p:nvSpPr>
        <p:spPr>
          <a:xfrm xmlns:a="http://schemas.openxmlformats.org/drawingml/2006/main">
            <a:off x="6324600" y="2057400"/>
            <a:ext cx="5143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defRPr sz="1050" b="1">
                <a:solidFill>
                  <a:srgbClr val="667985"/>
                </a:solidFill>
                <a:latin typeface="Arial"/>
                <a:ea typeface="Arial"/>
                <a:cs typeface="Arial"/>
              </a:defRPr>
            </a:pPr>
            <a:r>
              <a:rPr sz="1050" b="1">
                <a:solidFill>
                  <a:srgbClr val="667985"/>
                </a:solidFill>
                <a:latin typeface="Arial"/>
                <a:ea typeface="Arial"/>
                <a:cs typeface="Arial"/>
              </a:rPr>
              <a:t>04</a:t>
            </a:r>
          </a:p>
        </p:txBody>
      </p:sp>
      <p:sp>
        <p:nvSpPr>
          <p:cNvPr id="16" name="">
            <a:extLst xmlns:a="http://schemas.openxmlformats.org/drawingml/2006/main">
              <a:ext uri="{FF2B5EF4-FFF2-40B4-BE49-F238E27FC236}">
                <a16:creationId xmlns:a16="http://schemas.microsoft.com/office/drawing/2014/main" id="{EB2FF93B-217F-41AA-A2F7-C695B65D3390}"/>
              </a:ext>
            </a:extLst>
          </p:cNvPr>
          <p:cNvSpPr>
            <a:spLocks xmlns:a="http://schemas.openxmlformats.org/drawingml/2006/main" noGrp="1"/>
          </p:cNvSpPr>
          <p:nvPr/>
        </p:nvSpPr>
        <p:spPr>
          <a:xfrm xmlns:a="http://schemas.openxmlformats.org/drawingml/2006/main">
            <a:off x="6286500" y="2667000"/>
            <a:ext cx="13525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ctr">
              <a:defRPr sz="1500" b="1">
                <a:solidFill>
                  <a:srgbClr val="102D42"/>
                </a:solidFill>
                <a:latin typeface="Arial"/>
                <a:ea typeface="Arial"/>
                <a:cs typeface="Arial"/>
              </a:defRPr>
            </a:pPr>
            <a:r>
              <a:rPr sz="1500" b="1">
                <a:solidFill>
                  <a:srgbClr val="102D42"/>
                </a:solidFill>
                <a:latin typeface="Arial"/>
                <a:ea typeface="Arial"/>
                <a:cs typeface="Arial"/>
              </a:rPr>
              <a:t>POLICY</a:t>
            </a:r>
          </a:p>
        </p:txBody>
      </p:sp>
      <p:sp>
        <p:nvSpPr>
          <p:cNvPr id="17" name="">
            <a:extLst xmlns:a="http://schemas.openxmlformats.org/drawingml/2006/main">
              <a:ext uri="{FF2B5EF4-FFF2-40B4-BE49-F238E27FC236}">
                <a16:creationId xmlns:a16="http://schemas.microsoft.com/office/drawing/2014/main" id="{950BF0A9-AC33-4D74-AFC2-DD385F3552B1}"/>
              </a:ext>
            </a:extLst>
          </p:cNvPr>
          <p:cNvSpPr>
            <a:spLocks xmlns:a="http://schemas.openxmlformats.org/drawingml/2006/main" noGrp="1"/>
          </p:cNvSpPr>
          <p:nvPr/>
        </p:nvSpPr>
        <p:spPr>
          <a:xfrm xmlns:a="http://schemas.openxmlformats.org/drawingml/2006/main">
            <a:off x="8001000" y="1857375"/>
            <a:ext cx="1581150" cy="1962150"/>
          </a:xfrm>
          <a:prstGeom xmlns:a="http://schemas.openxmlformats.org/drawingml/2006/main" prst="roundRect">
            <a:avLst>
              <a:gd name="adj" fmla="val 4819"/>
            </a:avLst>
          </a:prstGeom>
          <a:solidFill xmlns:a="http://schemas.openxmlformats.org/drawingml/2006/main">
            <a:srgbClr val="E8F3F2"/>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561A68E5-89CF-48FF-83EC-42ADDDAA5226}"/>
              </a:ext>
            </a:extLst>
          </p:cNvPr>
          <p:cNvSpPr>
            <a:spLocks xmlns:a="http://schemas.openxmlformats.org/drawingml/2006/main" noGrp="1"/>
          </p:cNvSpPr>
          <p:nvPr/>
        </p:nvSpPr>
        <p:spPr>
          <a:xfrm xmlns:a="http://schemas.openxmlformats.org/drawingml/2006/main">
            <a:off x="8153400" y="2057400"/>
            <a:ext cx="5143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defRPr sz="1050" b="1">
                <a:solidFill>
                  <a:srgbClr val="667985"/>
                </a:solidFill>
                <a:latin typeface="Arial"/>
                <a:ea typeface="Arial"/>
                <a:cs typeface="Arial"/>
              </a:defRPr>
            </a:pPr>
            <a:r>
              <a:rPr sz="1050" b="1">
                <a:solidFill>
                  <a:srgbClr val="667985"/>
                </a:solidFill>
                <a:latin typeface="Arial"/>
                <a:ea typeface="Arial"/>
                <a:cs typeface="Arial"/>
              </a:rPr>
              <a:t>05</a:t>
            </a:r>
          </a:p>
        </p:txBody>
      </p:sp>
      <p:sp>
        <p:nvSpPr>
          <p:cNvPr id="19" name="">
            <a:extLst xmlns:a="http://schemas.openxmlformats.org/drawingml/2006/main">
              <a:ext uri="{FF2B5EF4-FFF2-40B4-BE49-F238E27FC236}">
                <a16:creationId xmlns:a16="http://schemas.microsoft.com/office/drawing/2014/main" id="{E8F29D4D-752D-468F-BB41-4062213AEFE0}"/>
              </a:ext>
            </a:extLst>
          </p:cNvPr>
          <p:cNvSpPr>
            <a:spLocks xmlns:a="http://schemas.openxmlformats.org/drawingml/2006/main" noGrp="1"/>
          </p:cNvSpPr>
          <p:nvPr/>
        </p:nvSpPr>
        <p:spPr>
          <a:xfrm xmlns:a="http://schemas.openxmlformats.org/drawingml/2006/main">
            <a:off x="8115300" y="2667000"/>
            <a:ext cx="13525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ctr">
              <a:defRPr sz="1500" b="1">
                <a:solidFill>
                  <a:srgbClr val="102D42"/>
                </a:solidFill>
                <a:latin typeface="Arial"/>
                <a:ea typeface="Arial"/>
                <a:cs typeface="Arial"/>
              </a:defRPr>
            </a:pPr>
            <a:r>
              <a:rPr sz="1500" b="1">
                <a:solidFill>
                  <a:srgbClr val="102D42"/>
                </a:solidFill>
                <a:latin typeface="Arial"/>
                <a:ea typeface="Arial"/>
                <a:cs typeface="Arial"/>
              </a:rPr>
              <a:t>EVIDENCE</a:t>
            </a:r>
          </a:p>
        </p:txBody>
      </p:sp>
      <p:sp>
        <p:nvSpPr>
          <p:cNvPr id="20" name="">
            <a:extLst xmlns:a="http://schemas.openxmlformats.org/drawingml/2006/main">
              <a:ext uri="{FF2B5EF4-FFF2-40B4-BE49-F238E27FC236}">
                <a16:creationId xmlns:a16="http://schemas.microsoft.com/office/drawing/2014/main" id="{397F4566-5B49-4EB8-8E8D-506F0B6829A7}"/>
              </a:ext>
            </a:extLst>
          </p:cNvPr>
          <p:cNvSpPr>
            <a:spLocks xmlns:a="http://schemas.openxmlformats.org/drawingml/2006/main" noGrp="1"/>
          </p:cNvSpPr>
          <p:nvPr/>
        </p:nvSpPr>
        <p:spPr>
          <a:xfrm xmlns:a="http://schemas.openxmlformats.org/drawingml/2006/main">
            <a:off x="9829800" y="1857375"/>
            <a:ext cx="1581150" cy="1962150"/>
          </a:xfrm>
          <a:prstGeom xmlns:a="http://schemas.openxmlformats.org/drawingml/2006/main" prst="roundRect">
            <a:avLst>
              <a:gd name="adj" fmla="val 4819"/>
            </a:avLst>
          </a:prstGeom>
          <a:solidFill xmlns:a="http://schemas.openxmlformats.org/drawingml/2006/main">
            <a:srgbClr val="EDF4F8"/>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205A0E42-18EF-404B-8CB7-31E251CC46DE}"/>
              </a:ext>
            </a:extLst>
          </p:cNvPr>
          <p:cNvSpPr>
            <a:spLocks xmlns:a="http://schemas.openxmlformats.org/drawingml/2006/main" noGrp="1"/>
          </p:cNvSpPr>
          <p:nvPr/>
        </p:nvSpPr>
        <p:spPr>
          <a:xfrm xmlns:a="http://schemas.openxmlformats.org/drawingml/2006/main">
            <a:off x="9982200" y="2057400"/>
            <a:ext cx="5143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defRPr sz="1050" b="1">
                <a:solidFill>
                  <a:srgbClr val="667985"/>
                </a:solidFill>
                <a:latin typeface="Arial"/>
                <a:ea typeface="Arial"/>
                <a:cs typeface="Arial"/>
              </a:defRPr>
            </a:pPr>
            <a:r>
              <a:rPr sz="1050" b="1">
                <a:solidFill>
                  <a:srgbClr val="667985"/>
                </a:solidFill>
                <a:latin typeface="Arial"/>
                <a:ea typeface="Arial"/>
                <a:cs typeface="Arial"/>
              </a:rPr>
              <a:t>06</a:t>
            </a:r>
          </a:p>
        </p:txBody>
      </p:sp>
      <p:sp>
        <p:nvSpPr>
          <p:cNvPr id="22" name="">
            <a:extLst xmlns:a="http://schemas.openxmlformats.org/drawingml/2006/main">
              <a:ext uri="{FF2B5EF4-FFF2-40B4-BE49-F238E27FC236}">
                <a16:creationId xmlns:a16="http://schemas.microsoft.com/office/drawing/2014/main" id="{1FC208C7-9B13-4EA1-9193-88819FFDD5FC}"/>
              </a:ext>
            </a:extLst>
          </p:cNvPr>
          <p:cNvSpPr>
            <a:spLocks xmlns:a="http://schemas.openxmlformats.org/drawingml/2006/main" noGrp="1"/>
          </p:cNvSpPr>
          <p:nvPr/>
        </p:nvSpPr>
        <p:spPr>
          <a:xfrm xmlns:a="http://schemas.openxmlformats.org/drawingml/2006/main">
            <a:off x="9944100" y="2667000"/>
            <a:ext cx="13525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ctr">
              <a:defRPr sz="1500" b="1">
                <a:solidFill>
                  <a:srgbClr val="102D42"/>
                </a:solidFill>
                <a:latin typeface="Arial"/>
                <a:ea typeface="Arial"/>
                <a:cs typeface="Arial"/>
              </a:defRPr>
            </a:pPr>
            <a:r>
              <a:rPr sz="1500" b="1">
                <a:solidFill>
                  <a:srgbClr val="102D42"/>
                </a:solidFill>
                <a:latin typeface="Arial"/>
                <a:ea typeface="Arial"/>
                <a:cs typeface="Arial"/>
              </a:rPr>
              <a:t>EXIT</a:t>
            </a:r>
          </a:p>
        </p:txBody>
      </p:sp>
      <p:sp>
        <p:nvSpPr>
          <p:cNvPr id="23" name="">
            <a:extLst xmlns:a="http://schemas.openxmlformats.org/drawingml/2006/main">
              <a:ext uri="{FF2B5EF4-FFF2-40B4-BE49-F238E27FC236}">
                <a16:creationId xmlns:a16="http://schemas.microsoft.com/office/drawing/2014/main" id="{823B838B-7595-4AC1-B962-F12A2AEB409E}"/>
              </a:ext>
            </a:extLst>
          </p:cNvPr>
          <p:cNvSpPr>
            <a:spLocks xmlns:a="http://schemas.openxmlformats.org/drawingml/2006/main" noGrp="1"/>
          </p:cNvSpPr>
          <p:nvPr/>
        </p:nvSpPr>
        <p:spPr>
          <a:xfrm xmlns:a="http://schemas.openxmlformats.org/drawingml/2006/main">
            <a:off x="1143000" y="4457700"/>
            <a:ext cx="9906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ctr">
              <a:defRPr sz="2100" b="1">
                <a:solidFill>
                  <a:srgbClr val="007F7A"/>
                </a:solidFill>
                <a:latin typeface="Arial"/>
                <a:ea typeface="Arial"/>
                <a:cs typeface="Arial"/>
              </a:defRPr>
            </a:pPr>
            <a:r>
              <a:rPr sz="2100" b="1">
                <a:solidFill>
                  <a:srgbClr val="007F7A"/>
                </a:solidFill>
                <a:latin typeface="Arial"/>
                <a:ea typeface="Arial"/>
                <a:cs typeface="Arial"/>
              </a:rPr>
              <a:t>Can the institution exercise it, prove it, recover it, and replace the provider?</a:t>
            </a:r>
          </a:p>
        </p:txBody>
      </p:sp>
      <p:sp>
        <p:nvSpPr>
          <p:cNvPr id="24" name="">
            <a:extLst xmlns:a="http://schemas.openxmlformats.org/drawingml/2006/main">
              <a:ext uri="{FF2B5EF4-FFF2-40B4-BE49-F238E27FC236}">
                <a16:creationId xmlns:a16="http://schemas.microsoft.com/office/drawing/2014/main" id="{759D30DE-DDA3-4AB8-8C8D-55D26D0B2936}"/>
              </a:ext>
            </a:extLst>
          </p:cNvPr>
          <p:cNvSpPr>
            <a:spLocks xmlns:a="http://schemas.openxmlformats.org/drawingml/2006/main" noGrp="1"/>
          </p:cNvSpPr>
          <p:nvPr/>
        </p:nvSpPr>
        <p:spPr>
          <a:xfrm xmlns:a="http://schemas.openxmlformats.org/drawingml/2006/main">
            <a:off x="1571625" y="5219700"/>
            <a:ext cx="9048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ctr">
              <a:defRPr sz="1425" b="0">
                <a:solidFill>
                  <a:srgbClr val="667985"/>
                </a:solidFill>
                <a:latin typeface="Arial"/>
                <a:ea typeface="Arial"/>
                <a:cs typeface="Arial"/>
              </a:defRPr>
            </a:pPr>
            <a:r>
              <a:rPr sz="1425" b="0">
                <a:solidFill>
                  <a:srgbClr val="667985"/>
                </a:solidFill>
                <a:latin typeface="Arial"/>
                <a:ea typeface="Arial"/>
                <a:cs typeface="Arial"/>
              </a:rPr>
              <a:t>Local inference can help—but location alone does not settle operator access, key custody, policy control, or exit.</a:t>
            </a:r>
          </a:p>
        </p:txBody>
      </p:sp>
    </p:spTree>
    <p:extLst>
      <p:ext uri="{BB962C8B-B14F-4D97-AF65-F5344CB8AC3E}">
        <p14:creationId xmlns:p14="http://schemas.microsoft.com/office/powerpoint/2010/main" val="80883892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8" name="">
            <a:extLst xmlns:a="http://schemas.openxmlformats.org/drawingml/2006/main">
              <a:ext uri="{FF2B5EF4-FFF2-40B4-BE49-F238E27FC236}">
                <a16:creationId xmlns:a16="http://schemas.microsoft.com/office/drawing/2014/main" id="{98984FE9-646C-4372-A605-71ECBF091919}"/>
              </a:ext>
            </a:extLst>
          </p:cNvPr>
          <p:cNvSpPr>
            <a:spLocks xmlns:a="http://schemas.openxmlformats.org/drawingml/2006/main" noGrp="1"/>
          </p:cNvSpPr>
          <p:nvPr/>
        </p:nvSpPr>
        <p:spPr>
          <a:xfrm xmlns:a="http://schemas.openxmlformats.org/drawingml/2006/main">
            <a:off x="571500" y="285750"/>
            <a:ext cx="428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defRPr sz="975" b="1">
                <a:solidFill>
                  <a:srgbClr val="007F7A"/>
                </a:solidFill>
                <a:latin typeface="Arial"/>
                <a:ea typeface="Arial"/>
                <a:cs typeface="Arial"/>
              </a:defRPr>
            </a:pPr>
            <a:r>
              <a:rPr sz="975" b="1">
                <a:solidFill>
                  <a:srgbClr val="007F7A"/>
                </a:solidFill>
                <a:latin typeface="Arial"/>
                <a:ea typeface="Arial"/>
                <a:cs typeface="Arial"/>
              </a:rPr>
              <a:t>REFERENCE ARCHITECTURE</a:t>
            </a:r>
          </a:p>
        </p:txBody>
      </p:sp>
      <p:sp>
        <p:nvSpPr>
          <p:cNvPr id="2" name="">
            <a:extLst xmlns:a="http://schemas.openxmlformats.org/drawingml/2006/main">
              <a:ext uri="{FF2B5EF4-FFF2-40B4-BE49-F238E27FC236}">
                <a16:creationId xmlns:a16="http://schemas.microsoft.com/office/drawing/2014/main" id="{E86E0723-BB33-4659-8939-66A430DF9945}"/>
              </a:ext>
            </a:extLst>
          </p:cNvPr>
          <p:cNvSpPr>
            <a:spLocks xmlns:a="http://schemas.openxmlformats.org/drawingml/2006/main" noGrp="1"/>
          </p:cNvSpPr>
          <p:nvPr/>
        </p:nvSpPr>
        <p:spPr>
          <a:xfrm xmlns:a="http://schemas.openxmlformats.org/drawingml/2006/main">
            <a:off x="571500" y="552450"/>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defRPr sz="2550" b="1">
                <a:solidFill>
                  <a:srgbClr val="102D42"/>
                </a:solidFill>
                <a:latin typeface="Arial"/>
                <a:ea typeface="Arial"/>
                <a:cs typeface="Arial"/>
              </a:defRPr>
            </a:pPr>
            <a:r>
              <a:rPr sz="2550" b="1">
                <a:solidFill>
                  <a:srgbClr val="102D42"/>
                </a:solidFill>
                <a:latin typeface="Arial"/>
                <a:ea typeface="Arial"/>
                <a:cs typeface="Arial"/>
              </a:rPr>
              <a:t>Five domains put enforcement outside the model</a:t>
            </a:r>
          </a:p>
        </p:txBody>
      </p:sp>
      <p:sp>
        <p:nvSpPr>
          <p:cNvPr id="3" name="">
            <a:extLst xmlns:a="http://schemas.openxmlformats.org/drawingml/2006/main">
              <a:ext uri="{FF2B5EF4-FFF2-40B4-BE49-F238E27FC236}">
                <a16:creationId xmlns:a16="http://schemas.microsoft.com/office/drawing/2014/main" id="{03B542B7-E222-4F81-991C-D34B5A5EA42A}"/>
              </a:ext>
            </a:extLst>
          </p:cNvPr>
          <p:cNvSpPr>
            <a:spLocks xmlns:a="http://schemas.openxmlformats.org/drawingml/2006/main" noGrp="1"/>
          </p:cNvSpPr>
          <p:nvPr/>
        </p:nvSpPr>
        <p:spPr>
          <a:xfrm xmlns:a="http://schemas.openxmlformats.org/drawingml/2006/main">
            <a:off x="571500" y="1200150"/>
            <a:ext cx="11049000" cy="19050"/>
          </a:xfrm>
          <a:prstGeom xmlns:a="http://schemas.openxmlformats.org/drawingml/2006/main" prst="rect">
            <a:avLst/>
          </a:prstGeom>
          <a:solidFill xmlns:a="http://schemas.openxmlformats.org/drawingml/2006/main">
            <a:srgbClr val="CCD8DE"/>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CEAF94B7-E325-4A4E-8F79-B5A5D9E292D7}"/>
              </a:ext>
            </a:extLst>
          </p:cNvPr>
          <p:cNvSpPr>
            <a:spLocks xmlns:a="http://schemas.openxmlformats.org/drawingml/2006/main" noGrp="1"/>
          </p:cNvSpPr>
          <p:nvPr/>
        </p:nvSpPr>
        <p:spPr>
          <a:xfrm xmlns:a="http://schemas.openxmlformats.org/drawingml/2006/main">
            <a:off x="11049000" y="6496050"/>
            <a:ext cx="571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r">
              <a:defRPr sz="825" b="0">
                <a:solidFill>
                  <a:srgbClr val="667985"/>
                </a:solidFill>
                <a:latin typeface="Arial"/>
                <a:ea typeface="Arial"/>
                <a:cs typeface="Arial"/>
              </a:defRPr>
            </a:pPr>
            <a:r>
              <a:rPr sz="825" b="0">
                <a:solidFill>
                  <a:srgbClr val="667985"/>
                </a:solidFill>
                <a:latin typeface="Arial"/>
                <a:ea typeface="Arial"/>
                <a:cs typeface="Arial"/>
              </a:rPr>
              <a:t>04</a:t>
            </a:r>
          </a:p>
        </p:txBody>
      </p:sp>
      <p:sp>
        <p:nvSpPr>
          <p:cNvPr id="5" name="">
            <a:extLst xmlns:a="http://schemas.openxmlformats.org/drawingml/2006/main">
              <a:ext uri="{FF2B5EF4-FFF2-40B4-BE49-F238E27FC236}">
                <a16:creationId xmlns:a16="http://schemas.microsoft.com/office/drawing/2014/main" id="{74F5BA92-F432-4B29-B4F0-9CBAD488D047}"/>
              </a:ext>
            </a:extLst>
          </p:cNvPr>
          <p:cNvSpPr>
            <a:spLocks xmlns:a="http://schemas.openxmlformats.org/drawingml/2006/main" noGrp="1"/>
          </p:cNvSpPr>
          <p:nvPr/>
        </p:nvSpPr>
        <p:spPr>
          <a:xfrm xmlns:a="http://schemas.openxmlformats.org/drawingml/2006/main">
            <a:off x="514350" y="1962150"/>
            <a:ext cx="1924050" cy="2190750"/>
          </a:xfrm>
          <a:prstGeom xmlns:a="http://schemas.openxmlformats.org/drawingml/2006/main" prst="roundRect">
            <a:avLst>
              <a:gd name="adj" fmla="val 3960"/>
            </a:avLst>
          </a:prstGeom>
          <a:solidFill xmlns:a="http://schemas.openxmlformats.org/drawingml/2006/main">
            <a:srgbClr val="F5F7F8"/>
          </a:solidFill>
          <a:ln xmlns:a="http://schemas.openxmlformats.org/drawingml/2006/main" w="9525">
            <a:solidFill>
              <a:srgbClr val="CCD8DE"/>
            </a:solidFill>
          </a:ln>
        </p:spPr>
      </p:sp>
      <p:sp>
        <p:nvSpPr>
          <p:cNvPr id="6" name="">
            <a:extLst xmlns:a="http://schemas.openxmlformats.org/drawingml/2006/main">
              <a:ext uri="{FF2B5EF4-FFF2-40B4-BE49-F238E27FC236}">
                <a16:creationId xmlns:a16="http://schemas.microsoft.com/office/drawing/2014/main" id="{244E1BBC-F83A-4422-9D97-B668F206C7AC}"/>
              </a:ext>
            </a:extLst>
          </p:cNvPr>
          <p:cNvSpPr>
            <a:spLocks xmlns:a="http://schemas.openxmlformats.org/drawingml/2006/main" noGrp="1"/>
          </p:cNvSpPr>
          <p:nvPr/>
        </p:nvSpPr>
        <p:spPr>
          <a:xfrm xmlns:a="http://schemas.openxmlformats.org/drawingml/2006/main">
            <a:off x="685800" y="2133600"/>
            <a:ext cx="428625" cy="342900"/>
          </a:xfrm>
          <a:prstGeom xmlns:a="http://schemas.openxmlformats.org/drawingml/2006/main" prst="roundRect">
            <a:avLst>
              <a:gd name="adj" fmla="val 22222"/>
            </a:avLst>
          </a:prstGeom>
          <a:solidFill xmlns:a="http://schemas.openxmlformats.org/drawingml/2006/main">
            <a:srgbClr val="E8F3F2"/>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0BF1EA0A-3CFD-4D6B-AB5C-0F40A8CD0597}"/>
              </a:ext>
            </a:extLst>
          </p:cNvPr>
          <p:cNvSpPr>
            <a:spLocks xmlns:a="http://schemas.openxmlformats.org/drawingml/2006/main" noGrp="1"/>
          </p:cNvSpPr>
          <p:nvPr/>
        </p:nvSpPr>
        <p:spPr>
          <a:xfrm xmlns:a="http://schemas.openxmlformats.org/drawingml/2006/main">
            <a:off x="685800" y="2143125"/>
            <a:ext cx="428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ctr">
              <a:defRPr sz="1125" b="1">
                <a:solidFill>
                  <a:srgbClr val="007F7A"/>
                </a:solidFill>
                <a:latin typeface="Arial"/>
                <a:ea typeface="Arial"/>
                <a:cs typeface="Arial"/>
              </a:defRPr>
            </a:pPr>
            <a:r>
              <a:rPr sz="1125" b="1">
                <a:solidFill>
                  <a:srgbClr val="007F7A"/>
                </a:solidFill>
                <a:latin typeface="Arial"/>
                <a:ea typeface="Arial"/>
                <a:cs typeface="Arial"/>
              </a:rPr>
              <a:t>1</a:t>
            </a:r>
          </a:p>
        </p:txBody>
      </p:sp>
      <p:sp>
        <p:nvSpPr>
          <p:cNvPr id="8" name="">
            <a:extLst xmlns:a="http://schemas.openxmlformats.org/drawingml/2006/main">
              <a:ext uri="{FF2B5EF4-FFF2-40B4-BE49-F238E27FC236}">
                <a16:creationId xmlns:a16="http://schemas.microsoft.com/office/drawing/2014/main" id="{C68A1521-7BCC-49A9-976E-0FFF65902536}"/>
              </a:ext>
            </a:extLst>
          </p:cNvPr>
          <p:cNvSpPr>
            <a:spLocks xmlns:a="http://schemas.openxmlformats.org/drawingml/2006/main" noGrp="1"/>
          </p:cNvSpPr>
          <p:nvPr/>
        </p:nvSpPr>
        <p:spPr>
          <a:xfrm xmlns:a="http://schemas.openxmlformats.org/drawingml/2006/main">
            <a:off x="685800" y="2667000"/>
            <a:ext cx="15811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ctr">
              <a:defRPr sz="1425" b="1">
                <a:solidFill>
                  <a:srgbClr val="102D42"/>
                </a:solidFill>
                <a:latin typeface="Arial"/>
                <a:ea typeface="Arial"/>
                <a:cs typeface="Arial"/>
              </a:defRPr>
            </a:pPr>
            <a:r>
              <a:rPr sz="1425" b="1">
                <a:solidFill>
                  <a:srgbClr val="102D42"/>
                </a:solidFill>
                <a:latin typeface="Arial"/>
                <a:ea typeface="Arial"/>
                <a:cs typeface="Arial"/>
              </a:rPr>
              <a:t>CONTROLLED</a:t>
            </a:r>
          </a:p>
          <a:p xmlns:a="http://schemas.openxmlformats.org/drawingml/2006/main">
            <a:pPr algn="ctr">
              <a:defRPr sz="1425" b="1">
                <a:solidFill>
                  <a:srgbClr val="102D42"/>
                </a:solidFill>
                <a:latin typeface="Arial"/>
                <a:ea typeface="Arial"/>
                <a:cs typeface="Arial"/>
              </a:defRPr>
            </a:pPr>
            <a:r>
              <a:rPr sz="1425" b="1">
                <a:solidFill>
                  <a:srgbClr val="102D42"/>
                </a:solidFill>
                <a:latin typeface="Arial"/>
                <a:ea typeface="Arial"/>
                <a:cs typeface="Arial"/>
              </a:rPr>
              <a:t>IMPORT</a:t>
            </a:r>
          </a:p>
        </p:txBody>
      </p:sp>
      <p:sp>
        <p:nvSpPr>
          <p:cNvPr id="9" name="">
            <a:extLst xmlns:a="http://schemas.openxmlformats.org/drawingml/2006/main">
              <a:ext uri="{FF2B5EF4-FFF2-40B4-BE49-F238E27FC236}">
                <a16:creationId xmlns:a16="http://schemas.microsoft.com/office/drawing/2014/main" id="{37CD4B53-B0F9-45F7-A15A-739D7A15053C}"/>
              </a:ext>
            </a:extLst>
          </p:cNvPr>
          <p:cNvSpPr>
            <a:spLocks xmlns:a="http://schemas.openxmlformats.org/drawingml/2006/main" noGrp="1"/>
          </p:cNvSpPr>
          <p:nvPr/>
        </p:nvSpPr>
        <p:spPr>
          <a:xfrm xmlns:a="http://schemas.openxmlformats.org/drawingml/2006/main">
            <a:off x="685800" y="3524250"/>
            <a:ext cx="15811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ctr">
              <a:defRPr sz="1125" b="0">
                <a:solidFill>
                  <a:srgbClr val="667985"/>
                </a:solidFill>
                <a:latin typeface="Arial"/>
                <a:ea typeface="Arial"/>
                <a:cs typeface="Arial"/>
              </a:defRPr>
            </a:pPr>
            <a:r>
              <a:rPr sz="1125" b="0">
                <a:solidFill>
                  <a:srgbClr val="667985"/>
                </a:solidFill>
                <a:latin typeface="Arial"/>
                <a:ea typeface="Arial"/>
                <a:cs typeface="Arial"/>
              </a:rPr>
              <a:t>check + release</a:t>
            </a:r>
          </a:p>
        </p:txBody>
      </p:sp>
      <p:sp>
        <p:nvSpPr>
          <p:cNvPr id="10" name="">
            <a:extLst xmlns:a="http://schemas.openxmlformats.org/drawingml/2006/main">
              <a:ext uri="{FF2B5EF4-FFF2-40B4-BE49-F238E27FC236}">
                <a16:creationId xmlns:a16="http://schemas.microsoft.com/office/drawing/2014/main" id="{E1FBAD5B-237C-4BEB-BABD-ED4356843B37}"/>
              </a:ext>
            </a:extLst>
          </p:cNvPr>
          <p:cNvSpPr>
            <a:spLocks xmlns:a="http://schemas.openxmlformats.org/drawingml/2006/main" noGrp="1"/>
          </p:cNvSpPr>
          <p:nvPr/>
        </p:nvSpPr>
        <p:spPr>
          <a:xfrm xmlns:a="http://schemas.openxmlformats.org/drawingml/2006/main">
            <a:off x="2466975" y="2724150"/>
            <a:ext cx="3619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ctr">
              <a:defRPr sz="3150" b="1">
                <a:solidFill>
                  <a:srgbClr val="3977A8"/>
                </a:solidFill>
                <a:latin typeface="Arial"/>
                <a:ea typeface="Arial"/>
                <a:cs typeface="Arial"/>
              </a:defRPr>
            </a:pPr>
            <a:r>
              <a:rPr sz="3150" b="1">
                <a:solidFill>
                  <a:srgbClr val="3977A8"/>
                </a:solidFill>
                <a:latin typeface="Arial"/>
                <a:ea typeface="Arial"/>
                <a:cs typeface="Arial"/>
              </a:rPr>
              <a:t>›</a:t>
            </a:r>
          </a:p>
        </p:txBody>
      </p:sp>
      <p:sp>
        <p:nvSpPr>
          <p:cNvPr id="11" name="">
            <a:extLst xmlns:a="http://schemas.openxmlformats.org/drawingml/2006/main">
              <a:ext uri="{FF2B5EF4-FFF2-40B4-BE49-F238E27FC236}">
                <a16:creationId xmlns:a16="http://schemas.microsoft.com/office/drawing/2014/main" id="{990528D6-ACBD-4431-9039-840C4503DAAE}"/>
              </a:ext>
            </a:extLst>
          </p:cNvPr>
          <p:cNvSpPr>
            <a:spLocks xmlns:a="http://schemas.openxmlformats.org/drawingml/2006/main" noGrp="1"/>
          </p:cNvSpPr>
          <p:nvPr/>
        </p:nvSpPr>
        <p:spPr>
          <a:xfrm xmlns:a="http://schemas.openxmlformats.org/drawingml/2006/main">
            <a:off x="2828925" y="1962150"/>
            <a:ext cx="1924050" cy="2190750"/>
          </a:xfrm>
          <a:prstGeom xmlns:a="http://schemas.openxmlformats.org/drawingml/2006/main" prst="roundRect">
            <a:avLst>
              <a:gd name="adj" fmla="val 3960"/>
            </a:avLst>
          </a:prstGeom>
          <a:solidFill xmlns:a="http://schemas.openxmlformats.org/drawingml/2006/main">
            <a:srgbClr val="F5F7F8"/>
          </a:solidFill>
          <a:ln xmlns:a="http://schemas.openxmlformats.org/drawingml/2006/main" w="9525">
            <a:solidFill>
              <a:srgbClr val="CCD8DE"/>
            </a:solidFill>
          </a:ln>
        </p:spPr>
      </p:sp>
      <p:sp>
        <p:nvSpPr>
          <p:cNvPr id="12" name="">
            <a:extLst xmlns:a="http://schemas.openxmlformats.org/drawingml/2006/main">
              <a:ext uri="{FF2B5EF4-FFF2-40B4-BE49-F238E27FC236}">
                <a16:creationId xmlns:a16="http://schemas.microsoft.com/office/drawing/2014/main" id="{DD129297-6225-40D1-8927-1AFB31E6435E}"/>
              </a:ext>
            </a:extLst>
          </p:cNvPr>
          <p:cNvSpPr>
            <a:spLocks xmlns:a="http://schemas.openxmlformats.org/drawingml/2006/main" noGrp="1"/>
          </p:cNvSpPr>
          <p:nvPr/>
        </p:nvSpPr>
        <p:spPr>
          <a:xfrm xmlns:a="http://schemas.openxmlformats.org/drawingml/2006/main">
            <a:off x="3000375" y="2133600"/>
            <a:ext cx="428625" cy="342900"/>
          </a:xfrm>
          <a:prstGeom xmlns:a="http://schemas.openxmlformats.org/drawingml/2006/main" prst="roundRect">
            <a:avLst>
              <a:gd name="adj" fmla="val 22222"/>
            </a:avLst>
          </a:prstGeom>
          <a:solidFill xmlns:a="http://schemas.openxmlformats.org/drawingml/2006/main">
            <a:srgbClr val="E8F3F2"/>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8C5AA8AE-4A31-41DE-A288-A21E8AF450F5}"/>
              </a:ext>
            </a:extLst>
          </p:cNvPr>
          <p:cNvSpPr>
            <a:spLocks xmlns:a="http://schemas.openxmlformats.org/drawingml/2006/main" noGrp="1"/>
          </p:cNvSpPr>
          <p:nvPr/>
        </p:nvSpPr>
        <p:spPr>
          <a:xfrm xmlns:a="http://schemas.openxmlformats.org/drawingml/2006/main">
            <a:off x="3000375" y="2143125"/>
            <a:ext cx="428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ctr">
              <a:defRPr sz="1125" b="1">
                <a:solidFill>
                  <a:srgbClr val="007F7A"/>
                </a:solidFill>
                <a:latin typeface="Arial"/>
                <a:ea typeface="Arial"/>
                <a:cs typeface="Arial"/>
              </a:defRPr>
            </a:pPr>
            <a:r>
              <a:rPr sz="1125" b="1">
                <a:solidFill>
                  <a:srgbClr val="007F7A"/>
                </a:solidFill>
                <a:latin typeface="Arial"/>
                <a:ea typeface="Arial"/>
                <a:cs typeface="Arial"/>
              </a:rPr>
              <a:t>2</a:t>
            </a:r>
          </a:p>
        </p:txBody>
      </p:sp>
      <p:sp>
        <p:nvSpPr>
          <p:cNvPr id="14" name="">
            <a:extLst xmlns:a="http://schemas.openxmlformats.org/drawingml/2006/main">
              <a:ext uri="{FF2B5EF4-FFF2-40B4-BE49-F238E27FC236}">
                <a16:creationId xmlns:a16="http://schemas.microsoft.com/office/drawing/2014/main" id="{4F4DF961-A5AF-4395-95ED-10FE4E76A080}"/>
              </a:ext>
            </a:extLst>
          </p:cNvPr>
          <p:cNvSpPr>
            <a:spLocks xmlns:a="http://schemas.openxmlformats.org/drawingml/2006/main" noGrp="1"/>
          </p:cNvSpPr>
          <p:nvPr/>
        </p:nvSpPr>
        <p:spPr>
          <a:xfrm xmlns:a="http://schemas.openxmlformats.org/drawingml/2006/main">
            <a:off x="3000375" y="2667000"/>
            <a:ext cx="15811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ctr">
              <a:defRPr sz="1425" b="1">
                <a:solidFill>
                  <a:srgbClr val="102D42"/>
                </a:solidFill>
                <a:latin typeface="Arial"/>
                <a:ea typeface="Arial"/>
                <a:cs typeface="Arial"/>
              </a:defRPr>
            </a:pPr>
            <a:r>
              <a:rPr sz="1425" b="1">
                <a:solidFill>
                  <a:srgbClr val="102D42"/>
                </a:solidFill>
                <a:latin typeface="Arial"/>
                <a:ea typeface="Arial"/>
                <a:cs typeface="Arial"/>
              </a:rPr>
              <a:t>TRACEABLE</a:t>
            </a:r>
          </a:p>
          <a:p xmlns:a="http://schemas.openxmlformats.org/drawingml/2006/main">
            <a:pPr algn="ctr">
              <a:defRPr sz="1425" b="1">
                <a:solidFill>
                  <a:srgbClr val="102D42"/>
                </a:solidFill>
                <a:latin typeface="Arial"/>
                <a:ea typeface="Arial"/>
                <a:cs typeface="Arial"/>
              </a:defRPr>
            </a:pPr>
            <a:r>
              <a:rPr sz="1425" b="1">
                <a:solidFill>
                  <a:srgbClr val="102D42"/>
                </a:solidFill>
                <a:latin typeface="Arial"/>
                <a:ea typeface="Arial"/>
                <a:cs typeface="Arial"/>
              </a:rPr>
              <a:t>TRANSPORT</a:t>
            </a:r>
          </a:p>
        </p:txBody>
      </p:sp>
      <p:sp>
        <p:nvSpPr>
          <p:cNvPr id="15" name="">
            <a:extLst xmlns:a="http://schemas.openxmlformats.org/drawingml/2006/main">
              <a:ext uri="{FF2B5EF4-FFF2-40B4-BE49-F238E27FC236}">
                <a16:creationId xmlns:a16="http://schemas.microsoft.com/office/drawing/2014/main" id="{3D990276-1849-4B98-A3B6-5E4FFB208C5B}"/>
              </a:ext>
            </a:extLst>
          </p:cNvPr>
          <p:cNvSpPr>
            <a:spLocks xmlns:a="http://schemas.openxmlformats.org/drawingml/2006/main" noGrp="1"/>
          </p:cNvSpPr>
          <p:nvPr/>
        </p:nvSpPr>
        <p:spPr>
          <a:xfrm xmlns:a="http://schemas.openxmlformats.org/drawingml/2006/main">
            <a:off x="3000375" y="3524250"/>
            <a:ext cx="15811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ctr">
              <a:defRPr sz="1125" b="0">
                <a:solidFill>
                  <a:srgbClr val="667985"/>
                </a:solidFill>
                <a:latin typeface="Arial"/>
                <a:ea typeface="Arial"/>
                <a:cs typeface="Arial"/>
              </a:defRPr>
            </a:pPr>
            <a:r>
              <a:rPr sz="1125" b="0">
                <a:solidFill>
                  <a:srgbClr val="667985"/>
                </a:solidFill>
                <a:latin typeface="Arial"/>
                <a:ea typeface="Arial"/>
                <a:cs typeface="Arial"/>
              </a:rPr>
              <a:t>stable IDs + replay</a:t>
            </a:r>
          </a:p>
        </p:txBody>
      </p:sp>
      <p:sp>
        <p:nvSpPr>
          <p:cNvPr id="16" name="">
            <a:extLst xmlns:a="http://schemas.openxmlformats.org/drawingml/2006/main">
              <a:ext uri="{FF2B5EF4-FFF2-40B4-BE49-F238E27FC236}">
                <a16:creationId xmlns:a16="http://schemas.microsoft.com/office/drawing/2014/main" id="{59D09EA5-0D34-4C79-8336-65D0557572F4}"/>
              </a:ext>
            </a:extLst>
          </p:cNvPr>
          <p:cNvSpPr>
            <a:spLocks xmlns:a="http://schemas.openxmlformats.org/drawingml/2006/main" noGrp="1"/>
          </p:cNvSpPr>
          <p:nvPr/>
        </p:nvSpPr>
        <p:spPr>
          <a:xfrm xmlns:a="http://schemas.openxmlformats.org/drawingml/2006/main">
            <a:off x="4781550" y="2724150"/>
            <a:ext cx="3619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ctr">
              <a:defRPr sz="3150" b="1">
                <a:solidFill>
                  <a:srgbClr val="3977A8"/>
                </a:solidFill>
                <a:latin typeface="Arial"/>
                <a:ea typeface="Arial"/>
                <a:cs typeface="Arial"/>
              </a:defRPr>
            </a:pPr>
            <a:r>
              <a:rPr sz="3150" b="1">
                <a:solidFill>
                  <a:srgbClr val="3977A8"/>
                </a:solidFill>
                <a:latin typeface="Arial"/>
                <a:ea typeface="Arial"/>
                <a:cs typeface="Arial"/>
              </a:rPr>
              <a:t>›</a:t>
            </a:r>
          </a:p>
        </p:txBody>
      </p:sp>
      <p:sp>
        <p:nvSpPr>
          <p:cNvPr id="17" name="">
            <a:extLst xmlns:a="http://schemas.openxmlformats.org/drawingml/2006/main">
              <a:ext uri="{FF2B5EF4-FFF2-40B4-BE49-F238E27FC236}">
                <a16:creationId xmlns:a16="http://schemas.microsoft.com/office/drawing/2014/main" id="{9161E5BD-E3C8-4D8B-B028-44053830C02F}"/>
              </a:ext>
            </a:extLst>
          </p:cNvPr>
          <p:cNvSpPr>
            <a:spLocks xmlns:a="http://schemas.openxmlformats.org/drawingml/2006/main" noGrp="1"/>
          </p:cNvSpPr>
          <p:nvPr/>
        </p:nvSpPr>
        <p:spPr>
          <a:xfrm xmlns:a="http://schemas.openxmlformats.org/drawingml/2006/main">
            <a:off x="5143500" y="1962150"/>
            <a:ext cx="1924050" cy="2190750"/>
          </a:xfrm>
          <a:prstGeom xmlns:a="http://schemas.openxmlformats.org/drawingml/2006/main" prst="roundRect">
            <a:avLst>
              <a:gd name="adj" fmla="val 3960"/>
            </a:avLst>
          </a:prstGeom>
          <a:solidFill xmlns:a="http://schemas.openxmlformats.org/drawingml/2006/main">
            <a:srgbClr val="F5F7F8"/>
          </a:solidFill>
          <a:ln xmlns:a="http://schemas.openxmlformats.org/drawingml/2006/main" w="9525">
            <a:solidFill>
              <a:srgbClr val="CCD8DE"/>
            </a:solidFill>
          </a:ln>
        </p:spPr>
      </p:sp>
      <p:sp>
        <p:nvSpPr>
          <p:cNvPr id="18" name="">
            <a:extLst xmlns:a="http://schemas.openxmlformats.org/drawingml/2006/main">
              <a:ext uri="{FF2B5EF4-FFF2-40B4-BE49-F238E27FC236}">
                <a16:creationId xmlns:a16="http://schemas.microsoft.com/office/drawing/2014/main" id="{0AAC6D2D-3B1C-4849-9DD2-A5EC80CCA2D5}"/>
              </a:ext>
            </a:extLst>
          </p:cNvPr>
          <p:cNvSpPr>
            <a:spLocks xmlns:a="http://schemas.openxmlformats.org/drawingml/2006/main" noGrp="1"/>
          </p:cNvSpPr>
          <p:nvPr/>
        </p:nvSpPr>
        <p:spPr>
          <a:xfrm xmlns:a="http://schemas.openxmlformats.org/drawingml/2006/main">
            <a:off x="5314950" y="2133600"/>
            <a:ext cx="428625" cy="342900"/>
          </a:xfrm>
          <a:prstGeom xmlns:a="http://schemas.openxmlformats.org/drawingml/2006/main" prst="roundRect">
            <a:avLst>
              <a:gd name="adj" fmla="val 22222"/>
            </a:avLst>
          </a:prstGeom>
          <a:solidFill xmlns:a="http://schemas.openxmlformats.org/drawingml/2006/main">
            <a:srgbClr val="E8F3F2"/>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0FB3654A-7742-4DE2-89C4-51D332C600D9}"/>
              </a:ext>
            </a:extLst>
          </p:cNvPr>
          <p:cNvSpPr>
            <a:spLocks xmlns:a="http://schemas.openxmlformats.org/drawingml/2006/main" noGrp="1"/>
          </p:cNvSpPr>
          <p:nvPr/>
        </p:nvSpPr>
        <p:spPr>
          <a:xfrm xmlns:a="http://schemas.openxmlformats.org/drawingml/2006/main">
            <a:off x="5314950" y="2143125"/>
            <a:ext cx="428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ctr">
              <a:defRPr sz="1125" b="1">
                <a:solidFill>
                  <a:srgbClr val="007F7A"/>
                </a:solidFill>
                <a:latin typeface="Arial"/>
                <a:ea typeface="Arial"/>
                <a:cs typeface="Arial"/>
              </a:defRPr>
            </a:pPr>
            <a:r>
              <a:rPr sz="1125" b="1">
                <a:solidFill>
                  <a:srgbClr val="007F7A"/>
                </a:solidFill>
                <a:latin typeface="Arial"/>
                <a:ea typeface="Arial"/>
                <a:cs typeface="Arial"/>
              </a:rPr>
              <a:t>3</a:t>
            </a:r>
          </a:p>
        </p:txBody>
      </p:sp>
      <p:sp>
        <p:nvSpPr>
          <p:cNvPr id="20" name="">
            <a:extLst xmlns:a="http://schemas.openxmlformats.org/drawingml/2006/main">
              <a:ext uri="{FF2B5EF4-FFF2-40B4-BE49-F238E27FC236}">
                <a16:creationId xmlns:a16="http://schemas.microsoft.com/office/drawing/2014/main" id="{0F9434F7-6513-497C-B40D-759A34EFB3A4}"/>
              </a:ext>
            </a:extLst>
          </p:cNvPr>
          <p:cNvSpPr>
            <a:spLocks xmlns:a="http://schemas.openxmlformats.org/drawingml/2006/main" noGrp="1"/>
          </p:cNvSpPr>
          <p:nvPr/>
        </p:nvSpPr>
        <p:spPr>
          <a:xfrm xmlns:a="http://schemas.openxmlformats.org/drawingml/2006/main">
            <a:off x="5314950" y="2667000"/>
            <a:ext cx="15811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ctr">
              <a:defRPr sz="1425" b="1">
                <a:solidFill>
                  <a:srgbClr val="102D42"/>
                </a:solidFill>
                <a:latin typeface="Arial"/>
                <a:ea typeface="Arial"/>
                <a:cs typeface="Arial"/>
              </a:defRPr>
            </a:pPr>
            <a:r>
              <a:rPr sz="1425" b="1">
                <a:solidFill>
                  <a:srgbClr val="102D42"/>
                </a:solidFill>
                <a:latin typeface="Arial"/>
                <a:ea typeface="Arial"/>
                <a:cs typeface="Arial"/>
              </a:rPr>
              <a:t>RECONSTRUCT</a:t>
            </a:r>
          </a:p>
          <a:p xmlns:a="http://schemas.openxmlformats.org/drawingml/2006/main">
            <a:pPr algn="ctr">
              <a:defRPr sz="1425" b="1">
                <a:solidFill>
                  <a:srgbClr val="102D42"/>
                </a:solidFill>
                <a:latin typeface="Arial"/>
                <a:ea typeface="Arial"/>
                <a:cs typeface="Arial"/>
              </a:defRPr>
            </a:pPr>
            <a:r>
              <a:rPr sz="1425" b="1">
                <a:solidFill>
                  <a:srgbClr val="102D42"/>
                </a:solidFill>
                <a:latin typeface="Arial"/>
                <a:ea typeface="Arial"/>
                <a:cs typeface="Arial"/>
              </a:rPr>
              <a:t>EVIDENCE</a:t>
            </a:r>
          </a:p>
        </p:txBody>
      </p:sp>
      <p:sp>
        <p:nvSpPr>
          <p:cNvPr id="21" name="">
            <a:extLst xmlns:a="http://schemas.openxmlformats.org/drawingml/2006/main">
              <a:ext uri="{FF2B5EF4-FFF2-40B4-BE49-F238E27FC236}">
                <a16:creationId xmlns:a16="http://schemas.microsoft.com/office/drawing/2014/main" id="{DB30BFE0-8936-41C3-AA5C-FE1E6F661FEF}"/>
              </a:ext>
            </a:extLst>
          </p:cNvPr>
          <p:cNvSpPr>
            <a:spLocks xmlns:a="http://schemas.openxmlformats.org/drawingml/2006/main" noGrp="1"/>
          </p:cNvSpPr>
          <p:nvPr/>
        </p:nvSpPr>
        <p:spPr>
          <a:xfrm xmlns:a="http://schemas.openxmlformats.org/drawingml/2006/main">
            <a:off x="5314950" y="3524250"/>
            <a:ext cx="15811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ctr">
              <a:defRPr sz="1125" b="0">
                <a:solidFill>
                  <a:srgbClr val="667985"/>
                </a:solidFill>
                <a:latin typeface="Arial"/>
                <a:ea typeface="Arial"/>
                <a:cs typeface="Arial"/>
              </a:defRPr>
            </a:pPr>
            <a:r>
              <a:rPr sz="1125" b="0">
                <a:solidFill>
                  <a:srgbClr val="667985"/>
                </a:solidFill>
                <a:latin typeface="Arial"/>
                <a:ea typeface="Arial"/>
                <a:cs typeface="Arial"/>
              </a:rPr>
              <a:t>snapshot + lineage</a:t>
            </a:r>
          </a:p>
        </p:txBody>
      </p:sp>
      <p:sp>
        <p:nvSpPr>
          <p:cNvPr id="22" name="">
            <a:extLst xmlns:a="http://schemas.openxmlformats.org/drawingml/2006/main">
              <a:ext uri="{FF2B5EF4-FFF2-40B4-BE49-F238E27FC236}">
                <a16:creationId xmlns:a16="http://schemas.microsoft.com/office/drawing/2014/main" id="{86AEF61A-5476-4C5E-8C2B-2E07CC8BADF7}"/>
              </a:ext>
            </a:extLst>
          </p:cNvPr>
          <p:cNvSpPr>
            <a:spLocks xmlns:a="http://schemas.openxmlformats.org/drawingml/2006/main" noGrp="1"/>
          </p:cNvSpPr>
          <p:nvPr/>
        </p:nvSpPr>
        <p:spPr>
          <a:xfrm xmlns:a="http://schemas.openxmlformats.org/drawingml/2006/main">
            <a:off x="7096125" y="2724150"/>
            <a:ext cx="3619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ctr">
              <a:defRPr sz="3150" b="1">
                <a:solidFill>
                  <a:srgbClr val="3977A8"/>
                </a:solidFill>
                <a:latin typeface="Arial"/>
                <a:ea typeface="Arial"/>
                <a:cs typeface="Arial"/>
              </a:defRPr>
            </a:pPr>
            <a:r>
              <a:rPr sz="3150" b="1">
                <a:solidFill>
                  <a:srgbClr val="3977A8"/>
                </a:solidFill>
                <a:latin typeface="Arial"/>
                <a:ea typeface="Arial"/>
                <a:cs typeface="Arial"/>
              </a:rPr>
              <a:t>›</a:t>
            </a:r>
          </a:p>
        </p:txBody>
      </p:sp>
      <p:sp>
        <p:nvSpPr>
          <p:cNvPr id="23" name="">
            <a:extLst xmlns:a="http://schemas.openxmlformats.org/drawingml/2006/main">
              <a:ext uri="{FF2B5EF4-FFF2-40B4-BE49-F238E27FC236}">
                <a16:creationId xmlns:a16="http://schemas.microsoft.com/office/drawing/2014/main" id="{3DF9295B-E4B3-47AC-9277-89F65CF32B6B}"/>
              </a:ext>
            </a:extLst>
          </p:cNvPr>
          <p:cNvSpPr>
            <a:spLocks xmlns:a="http://schemas.openxmlformats.org/drawingml/2006/main" noGrp="1"/>
          </p:cNvSpPr>
          <p:nvPr/>
        </p:nvSpPr>
        <p:spPr>
          <a:xfrm xmlns:a="http://schemas.openxmlformats.org/drawingml/2006/main">
            <a:off x="7458075" y="1962150"/>
            <a:ext cx="1924050" cy="2190750"/>
          </a:xfrm>
          <a:prstGeom xmlns:a="http://schemas.openxmlformats.org/drawingml/2006/main" prst="roundRect">
            <a:avLst>
              <a:gd name="adj" fmla="val 3960"/>
            </a:avLst>
          </a:prstGeom>
          <a:solidFill xmlns:a="http://schemas.openxmlformats.org/drawingml/2006/main">
            <a:srgbClr val="F5F7F8"/>
          </a:solidFill>
          <a:ln xmlns:a="http://schemas.openxmlformats.org/drawingml/2006/main" w="9525">
            <a:solidFill>
              <a:srgbClr val="CCD8DE"/>
            </a:solidFill>
          </a:ln>
        </p:spPr>
      </p:sp>
      <p:sp>
        <p:nvSpPr>
          <p:cNvPr id="24" name="">
            <a:extLst xmlns:a="http://schemas.openxmlformats.org/drawingml/2006/main">
              <a:ext uri="{FF2B5EF4-FFF2-40B4-BE49-F238E27FC236}">
                <a16:creationId xmlns:a16="http://schemas.microsoft.com/office/drawing/2014/main" id="{2FC86E8F-B8CA-4994-9A46-D6772543B3D7}"/>
              </a:ext>
            </a:extLst>
          </p:cNvPr>
          <p:cNvSpPr>
            <a:spLocks xmlns:a="http://schemas.openxmlformats.org/drawingml/2006/main" noGrp="1"/>
          </p:cNvSpPr>
          <p:nvPr/>
        </p:nvSpPr>
        <p:spPr>
          <a:xfrm xmlns:a="http://schemas.openxmlformats.org/drawingml/2006/main">
            <a:off x="7629525" y="2133600"/>
            <a:ext cx="428625" cy="342900"/>
          </a:xfrm>
          <a:prstGeom xmlns:a="http://schemas.openxmlformats.org/drawingml/2006/main" prst="roundRect">
            <a:avLst>
              <a:gd name="adj" fmla="val 22222"/>
            </a:avLst>
          </a:prstGeom>
          <a:solidFill xmlns:a="http://schemas.openxmlformats.org/drawingml/2006/main">
            <a:srgbClr val="E8F3F2"/>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8D717901-66C3-412D-BC8D-548DE17176AF}"/>
              </a:ext>
            </a:extLst>
          </p:cNvPr>
          <p:cNvSpPr>
            <a:spLocks xmlns:a="http://schemas.openxmlformats.org/drawingml/2006/main" noGrp="1"/>
          </p:cNvSpPr>
          <p:nvPr/>
        </p:nvSpPr>
        <p:spPr>
          <a:xfrm xmlns:a="http://schemas.openxmlformats.org/drawingml/2006/main">
            <a:off x="7629525" y="2143125"/>
            <a:ext cx="428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ctr">
              <a:defRPr sz="1125" b="1">
                <a:solidFill>
                  <a:srgbClr val="007F7A"/>
                </a:solidFill>
                <a:latin typeface="Arial"/>
                <a:ea typeface="Arial"/>
                <a:cs typeface="Arial"/>
              </a:defRPr>
            </a:pPr>
            <a:r>
              <a:rPr sz="1125" b="1">
                <a:solidFill>
                  <a:srgbClr val="007F7A"/>
                </a:solidFill>
                <a:latin typeface="Arial"/>
                <a:ea typeface="Arial"/>
                <a:cs typeface="Arial"/>
              </a:rPr>
              <a:t>4</a:t>
            </a:r>
          </a:p>
        </p:txBody>
      </p:sp>
      <p:sp>
        <p:nvSpPr>
          <p:cNvPr id="26" name="">
            <a:extLst xmlns:a="http://schemas.openxmlformats.org/drawingml/2006/main">
              <a:ext uri="{FF2B5EF4-FFF2-40B4-BE49-F238E27FC236}">
                <a16:creationId xmlns:a16="http://schemas.microsoft.com/office/drawing/2014/main" id="{7F6B1F1E-F3A3-4AD7-960C-EF20A4F8CB36}"/>
              </a:ext>
            </a:extLst>
          </p:cNvPr>
          <p:cNvSpPr>
            <a:spLocks xmlns:a="http://schemas.openxmlformats.org/drawingml/2006/main" noGrp="1"/>
          </p:cNvSpPr>
          <p:nvPr/>
        </p:nvSpPr>
        <p:spPr>
          <a:xfrm xmlns:a="http://schemas.openxmlformats.org/drawingml/2006/main">
            <a:off x="7629525" y="2667000"/>
            <a:ext cx="15811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ctr">
              <a:defRPr sz="1425" b="1">
                <a:solidFill>
                  <a:srgbClr val="102D42"/>
                </a:solidFill>
                <a:latin typeface="Arial"/>
                <a:ea typeface="Arial"/>
                <a:cs typeface="Arial"/>
              </a:defRPr>
            </a:pPr>
            <a:r>
              <a:rPr sz="1425" b="1">
                <a:solidFill>
                  <a:srgbClr val="102D42"/>
                </a:solidFill>
                <a:latin typeface="Arial"/>
                <a:ea typeface="Arial"/>
                <a:cs typeface="Arial"/>
              </a:rPr>
              <a:t>BOUNDED</a:t>
            </a:r>
          </a:p>
          <a:p xmlns:a="http://schemas.openxmlformats.org/drawingml/2006/main">
            <a:pPr algn="ctr">
              <a:defRPr sz="1425" b="1">
                <a:solidFill>
                  <a:srgbClr val="102D42"/>
                </a:solidFill>
                <a:latin typeface="Arial"/>
                <a:ea typeface="Arial"/>
                <a:cs typeface="Arial"/>
              </a:defRPr>
            </a:pPr>
            <a:r>
              <a:rPr sz="1425" b="1">
                <a:solidFill>
                  <a:srgbClr val="102D42"/>
                </a:solidFill>
                <a:latin typeface="Arial"/>
                <a:ea typeface="Arial"/>
                <a:cs typeface="Arial"/>
              </a:rPr>
              <a:t>ASSISTANCE</a:t>
            </a:r>
          </a:p>
        </p:txBody>
      </p:sp>
      <p:sp>
        <p:nvSpPr>
          <p:cNvPr id="27" name="">
            <a:extLst xmlns:a="http://schemas.openxmlformats.org/drawingml/2006/main">
              <a:ext uri="{FF2B5EF4-FFF2-40B4-BE49-F238E27FC236}">
                <a16:creationId xmlns:a16="http://schemas.microsoft.com/office/drawing/2014/main" id="{DB19F647-4B2D-4B4A-AB6C-231175BAB5BA}"/>
              </a:ext>
            </a:extLst>
          </p:cNvPr>
          <p:cNvSpPr>
            <a:spLocks xmlns:a="http://schemas.openxmlformats.org/drawingml/2006/main" noGrp="1"/>
          </p:cNvSpPr>
          <p:nvPr/>
        </p:nvSpPr>
        <p:spPr>
          <a:xfrm xmlns:a="http://schemas.openxmlformats.org/drawingml/2006/main">
            <a:off x="7629525" y="3524250"/>
            <a:ext cx="15811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ctr">
              <a:defRPr sz="1125" b="0">
                <a:solidFill>
                  <a:srgbClr val="667985"/>
                </a:solidFill>
                <a:latin typeface="Arial"/>
                <a:ea typeface="Arial"/>
                <a:cs typeface="Arial"/>
              </a:defRPr>
            </a:pPr>
            <a:r>
              <a:rPr sz="1125" b="0">
                <a:solidFill>
                  <a:srgbClr val="667985"/>
                </a:solidFill>
                <a:latin typeface="Arial"/>
                <a:ea typeface="Arial"/>
                <a:cs typeface="Arial"/>
              </a:rPr>
              <a:t>narrow identity + tools</a:t>
            </a:r>
          </a:p>
        </p:txBody>
      </p:sp>
      <p:sp>
        <p:nvSpPr>
          <p:cNvPr id="28" name="">
            <a:extLst xmlns:a="http://schemas.openxmlformats.org/drawingml/2006/main">
              <a:ext uri="{FF2B5EF4-FFF2-40B4-BE49-F238E27FC236}">
                <a16:creationId xmlns:a16="http://schemas.microsoft.com/office/drawing/2014/main" id="{1E550DC0-2AAF-4D0A-88F5-AE648DE757AA}"/>
              </a:ext>
            </a:extLst>
          </p:cNvPr>
          <p:cNvSpPr>
            <a:spLocks xmlns:a="http://schemas.openxmlformats.org/drawingml/2006/main" noGrp="1"/>
          </p:cNvSpPr>
          <p:nvPr/>
        </p:nvSpPr>
        <p:spPr>
          <a:xfrm xmlns:a="http://schemas.openxmlformats.org/drawingml/2006/main">
            <a:off x="9410700" y="2724150"/>
            <a:ext cx="3619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ctr">
              <a:defRPr sz="3150" b="1">
                <a:solidFill>
                  <a:srgbClr val="3977A8"/>
                </a:solidFill>
                <a:latin typeface="Arial"/>
                <a:ea typeface="Arial"/>
                <a:cs typeface="Arial"/>
              </a:defRPr>
            </a:pPr>
            <a:r>
              <a:rPr sz="3150" b="1">
                <a:solidFill>
                  <a:srgbClr val="3977A8"/>
                </a:solidFill>
                <a:latin typeface="Arial"/>
                <a:ea typeface="Arial"/>
                <a:cs typeface="Arial"/>
              </a:rPr>
              <a:t>›</a:t>
            </a:r>
          </a:p>
        </p:txBody>
      </p:sp>
      <p:sp>
        <p:nvSpPr>
          <p:cNvPr id="29" name="">
            <a:extLst xmlns:a="http://schemas.openxmlformats.org/drawingml/2006/main">
              <a:ext uri="{FF2B5EF4-FFF2-40B4-BE49-F238E27FC236}">
                <a16:creationId xmlns:a16="http://schemas.microsoft.com/office/drawing/2014/main" id="{7EB3C451-A6A1-4817-9D91-F4E98B543B32}"/>
              </a:ext>
            </a:extLst>
          </p:cNvPr>
          <p:cNvSpPr>
            <a:spLocks xmlns:a="http://schemas.openxmlformats.org/drawingml/2006/main" noGrp="1"/>
          </p:cNvSpPr>
          <p:nvPr/>
        </p:nvSpPr>
        <p:spPr>
          <a:xfrm xmlns:a="http://schemas.openxmlformats.org/drawingml/2006/main">
            <a:off x="9772650" y="1962150"/>
            <a:ext cx="1924050" cy="2190750"/>
          </a:xfrm>
          <a:prstGeom xmlns:a="http://schemas.openxmlformats.org/drawingml/2006/main" prst="roundRect">
            <a:avLst>
              <a:gd name="adj" fmla="val 3960"/>
            </a:avLst>
          </a:prstGeom>
          <a:solidFill xmlns:a="http://schemas.openxmlformats.org/drawingml/2006/main">
            <a:srgbClr val="FBEDE9"/>
          </a:solidFill>
          <a:ln xmlns:a="http://schemas.openxmlformats.org/drawingml/2006/main" w="9525">
            <a:solidFill>
              <a:srgbClr val="E66A4E"/>
            </a:solidFill>
          </a:ln>
        </p:spPr>
      </p:sp>
      <p:sp>
        <p:nvSpPr>
          <p:cNvPr id="30" name="">
            <a:extLst xmlns:a="http://schemas.openxmlformats.org/drawingml/2006/main">
              <a:ext uri="{FF2B5EF4-FFF2-40B4-BE49-F238E27FC236}">
                <a16:creationId xmlns:a16="http://schemas.microsoft.com/office/drawing/2014/main" id="{1C1F37BF-CB11-4207-A387-8167998621F8}"/>
              </a:ext>
            </a:extLst>
          </p:cNvPr>
          <p:cNvSpPr>
            <a:spLocks xmlns:a="http://schemas.openxmlformats.org/drawingml/2006/main" noGrp="1"/>
          </p:cNvSpPr>
          <p:nvPr/>
        </p:nvSpPr>
        <p:spPr>
          <a:xfrm xmlns:a="http://schemas.openxmlformats.org/drawingml/2006/main">
            <a:off x="9944100" y="2133600"/>
            <a:ext cx="428625" cy="342900"/>
          </a:xfrm>
          <a:prstGeom xmlns:a="http://schemas.openxmlformats.org/drawingml/2006/main" prst="roundRect">
            <a:avLst>
              <a:gd name="adj" fmla="val 22222"/>
            </a:avLst>
          </a:prstGeom>
          <a:solidFill xmlns:a="http://schemas.openxmlformats.org/drawingml/2006/main">
            <a:srgbClr val="F7DCD4"/>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EE8B3175-25AB-4060-BCD6-961A874CA7DF}"/>
              </a:ext>
            </a:extLst>
          </p:cNvPr>
          <p:cNvSpPr>
            <a:spLocks xmlns:a="http://schemas.openxmlformats.org/drawingml/2006/main" noGrp="1"/>
          </p:cNvSpPr>
          <p:nvPr/>
        </p:nvSpPr>
        <p:spPr>
          <a:xfrm xmlns:a="http://schemas.openxmlformats.org/drawingml/2006/main">
            <a:off x="9944100" y="2143125"/>
            <a:ext cx="428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ctr">
              <a:defRPr sz="1125" b="1">
                <a:solidFill>
                  <a:srgbClr val="B84F43"/>
                </a:solidFill>
                <a:latin typeface="Arial"/>
                <a:ea typeface="Arial"/>
                <a:cs typeface="Arial"/>
              </a:defRPr>
            </a:pPr>
            <a:r>
              <a:rPr sz="1125" b="1">
                <a:solidFill>
                  <a:srgbClr val="B84F43"/>
                </a:solidFill>
                <a:latin typeface="Arial"/>
                <a:ea typeface="Arial"/>
                <a:cs typeface="Arial"/>
              </a:rPr>
              <a:t>5</a:t>
            </a:r>
          </a:p>
        </p:txBody>
      </p:sp>
      <p:sp>
        <p:nvSpPr>
          <p:cNvPr id="32" name="">
            <a:extLst xmlns:a="http://schemas.openxmlformats.org/drawingml/2006/main">
              <a:ext uri="{FF2B5EF4-FFF2-40B4-BE49-F238E27FC236}">
                <a16:creationId xmlns:a16="http://schemas.microsoft.com/office/drawing/2014/main" id="{2601F9E9-6D5D-491D-9D4A-F979CC10E06C}"/>
              </a:ext>
            </a:extLst>
          </p:cNvPr>
          <p:cNvSpPr>
            <a:spLocks xmlns:a="http://schemas.openxmlformats.org/drawingml/2006/main" noGrp="1"/>
          </p:cNvSpPr>
          <p:nvPr/>
        </p:nvSpPr>
        <p:spPr>
          <a:xfrm xmlns:a="http://schemas.openxmlformats.org/drawingml/2006/main">
            <a:off x="9944100" y="2667000"/>
            <a:ext cx="15811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ctr">
              <a:defRPr sz="1425" b="1">
                <a:solidFill>
                  <a:srgbClr val="102D42"/>
                </a:solidFill>
                <a:latin typeface="Arial"/>
                <a:ea typeface="Arial"/>
                <a:cs typeface="Arial"/>
              </a:defRPr>
            </a:pPr>
            <a:r>
              <a:rPr sz="1425" b="1">
                <a:solidFill>
                  <a:srgbClr val="102D42"/>
                </a:solidFill>
                <a:latin typeface="Arial"/>
                <a:ea typeface="Arial"/>
                <a:cs typeface="Arial"/>
              </a:rPr>
              <a:t>ACCOUNTABLE</a:t>
            </a:r>
          </a:p>
          <a:p xmlns:a="http://schemas.openxmlformats.org/drawingml/2006/main">
            <a:pPr algn="ctr">
              <a:defRPr sz="1425" b="1">
                <a:solidFill>
                  <a:srgbClr val="102D42"/>
                </a:solidFill>
                <a:latin typeface="Arial"/>
                <a:ea typeface="Arial"/>
                <a:cs typeface="Arial"/>
              </a:defRPr>
            </a:pPr>
            <a:r>
              <a:rPr sz="1425" b="1">
                <a:solidFill>
                  <a:srgbClr val="102D42"/>
                </a:solidFill>
                <a:latin typeface="Arial"/>
                <a:ea typeface="Arial"/>
                <a:cs typeface="Arial"/>
              </a:rPr>
              <a:t>ACTION</a:t>
            </a:r>
          </a:p>
        </p:txBody>
      </p:sp>
      <p:sp>
        <p:nvSpPr>
          <p:cNvPr id="33" name="">
            <a:extLst xmlns:a="http://schemas.openxmlformats.org/drawingml/2006/main">
              <a:ext uri="{FF2B5EF4-FFF2-40B4-BE49-F238E27FC236}">
                <a16:creationId xmlns:a16="http://schemas.microsoft.com/office/drawing/2014/main" id="{DCBAB00F-9CFC-4516-ABCB-C6A11FE6A2C9}"/>
              </a:ext>
            </a:extLst>
          </p:cNvPr>
          <p:cNvSpPr>
            <a:spLocks xmlns:a="http://schemas.openxmlformats.org/drawingml/2006/main" noGrp="1"/>
          </p:cNvSpPr>
          <p:nvPr/>
        </p:nvSpPr>
        <p:spPr>
          <a:xfrm xmlns:a="http://schemas.openxmlformats.org/drawingml/2006/main">
            <a:off x="9944100" y="3524250"/>
            <a:ext cx="15811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ctr">
              <a:defRPr sz="1125" b="0">
                <a:solidFill>
                  <a:srgbClr val="667985"/>
                </a:solidFill>
                <a:latin typeface="Arial"/>
                <a:ea typeface="Arial"/>
                <a:cs typeface="Arial"/>
              </a:defRPr>
            </a:pPr>
            <a:r>
              <a:rPr sz="1125" b="0">
                <a:solidFill>
                  <a:srgbClr val="667985"/>
                </a:solidFill>
                <a:latin typeface="Arial"/>
                <a:ea typeface="Arial"/>
                <a:cs typeface="Arial"/>
              </a:rPr>
              <a:t>separate executor</a:t>
            </a:r>
          </a:p>
        </p:txBody>
      </p:sp>
      <p:sp>
        <p:nvSpPr>
          <p:cNvPr id="34" name="">
            <a:extLst xmlns:a="http://schemas.openxmlformats.org/drawingml/2006/main">
              <a:ext uri="{FF2B5EF4-FFF2-40B4-BE49-F238E27FC236}">
                <a16:creationId xmlns:a16="http://schemas.microsoft.com/office/drawing/2014/main" id="{E17CB093-B55B-4711-B15E-0E3E7D8CB70A}"/>
              </a:ext>
            </a:extLst>
          </p:cNvPr>
          <p:cNvSpPr>
            <a:spLocks xmlns:a="http://schemas.openxmlformats.org/drawingml/2006/main" noGrp="1"/>
          </p:cNvSpPr>
          <p:nvPr/>
        </p:nvSpPr>
        <p:spPr>
          <a:xfrm xmlns:a="http://schemas.openxmlformats.org/drawingml/2006/main">
            <a:off x="666750" y="4524375"/>
            <a:ext cx="4095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defRPr sz="1275" b="1">
                <a:solidFill>
                  <a:srgbClr val="007F7A"/>
                </a:solidFill>
                <a:latin typeface="Arial"/>
                <a:ea typeface="Arial"/>
                <a:cs typeface="Arial"/>
              </a:defRPr>
            </a:pPr>
            <a:r>
              <a:rPr sz="1275" b="1">
                <a:solidFill>
                  <a:srgbClr val="007F7A"/>
                </a:solidFill>
                <a:latin typeface="Arial"/>
                <a:ea typeface="Arial"/>
                <a:cs typeface="Arial"/>
              </a:rPr>
              <a:t>one-way ingress is a replaceable seam</a:t>
            </a:r>
          </a:p>
        </p:txBody>
      </p:sp>
      <p:sp>
        <p:nvSpPr>
          <p:cNvPr id="35" name="">
            <a:extLst xmlns:a="http://schemas.openxmlformats.org/drawingml/2006/main">
              <a:ext uri="{FF2B5EF4-FFF2-40B4-BE49-F238E27FC236}">
                <a16:creationId xmlns:a16="http://schemas.microsoft.com/office/drawing/2014/main" id="{BF82C814-030A-4C72-938F-269AF09D2412}"/>
              </a:ext>
            </a:extLst>
          </p:cNvPr>
          <p:cNvSpPr>
            <a:spLocks xmlns:a="http://schemas.openxmlformats.org/drawingml/2006/main" noGrp="1"/>
          </p:cNvSpPr>
          <p:nvPr/>
        </p:nvSpPr>
        <p:spPr>
          <a:xfrm xmlns:a="http://schemas.openxmlformats.org/drawingml/2006/main">
            <a:off x="7467600" y="4524375"/>
            <a:ext cx="4048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r">
              <a:defRPr sz="1275" b="1">
                <a:solidFill>
                  <a:srgbClr val="E66A4E"/>
                </a:solidFill>
                <a:latin typeface="Arial"/>
                <a:ea typeface="Arial"/>
                <a:cs typeface="Arial"/>
              </a:defRPr>
            </a:pPr>
            <a:r>
              <a:rPr sz="1275" b="1">
                <a:solidFill>
                  <a:srgbClr val="E66A4E"/>
                </a:solidFill>
                <a:latin typeface="Arial"/>
                <a:ea typeface="Arial"/>
                <a:cs typeface="Arial"/>
              </a:rPr>
              <a:t>model process never holds the write credential</a:t>
            </a:r>
          </a:p>
        </p:txBody>
      </p:sp>
      <p:sp>
        <p:nvSpPr>
          <p:cNvPr id="36" name="">
            <a:extLst xmlns:a="http://schemas.openxmlformats.org/drawingml/2006/main">
              <a:ext uri="{FF2B5EF4-FFF2-40B4-BE49-F238E27FC236}">
                <a16:creationId xmlns:a16="http://schemas.microsoft.com/office/drawing/2014/main" id="{8ED34BBA-77D3-4E4C-BE22-61AA6C0678D3}"/>
              </a:ext>
            </a:extLst>
          </p:cNvPr>
          <p:cNvSpPr>
            <a:spLocks xmlns:a="http://schemas.openxmlformats.org/drawingml/2006/main" noGrp="1"/>
          </p:cNvSpPr>
          <p:nvPr/>
        </p:nvSpPr>
        <p:spPr>
          <a:xfrm xmlns:a="http://schemas.openxmlformats.org/drawingml/2006/main">
            <a:off x="685800" y="5105400"/>
            <a:ext cx="10820400" cy="552450"/>
          </a:xfrm>
          <a:prstGeom xmlns:a="http://schemas.openxmlformats.org/drawingml/2006/main" prst="roundRect">
            <a:avLst>
              <a:gd name="adj" fmla="val 13793"/>
            </a:avLst>
          </a:prstGeom>
          <a:solidFill xmlns:a="http://schemas.openxmlformats.org/drawingml/2006/main">
            <a:srgbClr val="102D42"/>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9DDFE5F4-AF4F-4B6F-8508-A7213D556AA5}"/>
              </a:ext>
            </a:extLst>
          </p:cNvPr>
          <p:cNvSpPr>
            <a:spLocks xmlns:a="http://schemas.openxmlformats.org/drawingml/2006/main" noGrp="1"/>
          </p:cNvSpPr>
          <p:nvPr/>
        </p:nvSpPr>
        <p:spPr>
          <a:xfrm xmlns:a="http://schemas.openxmlformats.org/drawingml/2006/main">
            <a:off x="876300" y="5229225"/>
            <a:ext cx="10429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ctr">
              <a:defRPr sz="1350" b="0">
                <a:solidFill>
                  <a:srgbClr val="FFFFFF"/>
                </a:solidFill>
                <a:latin typeface="Arial"/>
                <a:ea typeface="Arial"/>
                <a:cs typeface="Arial"/>
              </a:defRPr>
            </a:pPr>
            <a:r>
              <a:rPr sz="1350" b="0">
                <a:solidFill>
                  <a:srgbClr val="FFFFFF"/>
                </a:solidFill>
                <a:latin typeface="Arial"/>
                <a:ea typeface="Arial"/>
                <a:cs typeface="Arial"/>
              </a:rPr>
              <a:t>A software interface does not prove physical directionality; a certified diode governs only its specified link.</a:t>
            </a:r>
          </a:p>
        </p:txBody>
      </p:sp>
    </p:spTree>
    <p:extLst>
      <p:ext uri="{BB962C8B-B14F-4D97-AF65-F5344CB8AC3E}">
        <p14:creationId xmlns:p14="http://schemas.microsoft.com/office/powerpoint/2010/main" val="100294077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744125B2-F7AE-415A-A0A7-508C133F194C}"/>
              </a:ext>
            </a:extLst>
          </p:cNvPr>
          <p:cNvSpPr>
            <a:spLocks xmlns:a="http://schemas.openxmlformats.org/drawingml/2006/main" noGrp="1"/>
          </p:cNvSpPr>
          <p:nvPr/>
        </p:nvSpPr>
        <p:spPr>
          <a:xfrm xmlns:a="http://schemas.openxmlformats.org/drawingml/2006/main">
            <a:off x="571500" y="285750"/>
            <a:ext cx="428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defRPr sz="975" b="1">
                <a:solidFill>
                  <a:srgbClr val="007F7A"/>
                </a:solidFill>
                <a:latin typeface="Arial"/>
                <a:ea typeface="Arial"/>
                <a:cs typeface="Arial"/>
              </a:defRPr>
            </a:pPr>
            <a:r>
              <a:rPr sz="975" b="1">
                <a:solidFill>
                  <a:srgbClr val="007F7A"/>
                </a:solidFill>
                <a:latin typeface="Arial"/>
                <a:ea typeface="Arial"/>
                <a:cs typeface="Arial"/>
              </a:rPr>
              <a:t>ORIGINAL CONTRIBUTION</a:t>
            </a:r>
          </a:p>
        </p:txBody>
      </p:sp>
      <p:sp>
        <p:nvSpPr>
          <p:cNvPr id="2" name="">
            <a:extLst xmlns:a="http://schemas.openxmlformats.org/drawingml/2006/main">
              <a:ext uri="{FF2B5EF4-FFF2-40B4-BE49-F238E27FC236}">
                <a16:creationId xmlns:a16="http://schemas.microsoft.com/office/drawing/2014/main" id="{10DD238A-9B91-4B59-80F5-B8D6582470B4}"/>
              </a:ext>
            </a:extLst>
          </p:cNvPr>
          <p:cNvSpPr>
            <a:spLocks xmlns:a="http://schemas.openxmlformats.org/drawingml/2006/main" noGrp="1"/>
          </p:cNvSpPr>
          <p:nvPr/>
        </p:nvSpPr>
        <p:spPr>
          <a:xfrm xmlns:a="http://schemas.openxmlformats.org/drawingml/2006/main">
            <a:off x="571500" y="552450"/>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defRPr sz="2550" b="1">
                <a:solidFill>
                  <a:srgbClr val="102D42"/>
                </a:solidFill>
                <a:latin typeface="Arial"/>
                <a:ea typeface="Arial"/>
                <a:cs typeface="Arial"/>
              </a:defRPr>
            </a:pPr>
            <a:r>
              <a:rPr sz="2550" b="1">
                <a:solidFill>
                  <a:srgbClr val="102D42"/>
                </a:solidFill>
                <a:latin typeface="Arial"/>
                <a:ea typeface="Arial"/>
                <a:cs typeface="Arial"/>
              </a:rPr>
              <a:t>The seven-field control contract makes governance executable</a:t>
            </a:r>
          </a:p>
        </p:txBody>
      </p:sp>
      <p:sp>
        <p:nvSpPr>
          <p:cNvPr id="3" name="">
            <a:extLst xmlns:a="http://schemas.openxmlformats.org/drawingml/2006/main">
              <a:ext uri="{FF2B5EF4-FFF2-40B4-BE49-F238E27FC236}">
                <a16:creationId xmlns:a16="http://schemas.microsoft.com/office/drawing/2014/main" id="{93B7408A-4B94-4138-B9E1-4D6294F9CD2B}"/>
              </a:ext>
            </a:extLst>
          </p:cNvPr>
          <p:cNvSpPr>
            <a:spLocks xmlns:a="http://schemas.openxmlformats.org/drawingml/2006/main" noGrp="1"/>
          </p:cNvSpPr>
          <p:nvPr/>
        </p:nvSpPr>
        <p:spPr>
          <a:xfrm xmlns:a="http://schemas.openxmlformats.org/drawingml/2006/main">
            <a:off x="571500" y="1200150"/>
            <a:ext cx="11049000" cy="19050"/>
          </a:xfrm>
          <a:prstGeom xmlns:a="http://schemas.openxmlformats.org/drawingml/2006/main" prst="rect">
            <a:avLst/>
          </a:prstGeom>
          <a:solidFill xmlns:a="http://schemas.openxmlformats.org/drawingml/2006/main">
            <a:srgbClr val="CCD8DE"/>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377CEF07-8430-451C-8509-7CD3F1BA1766}"/>
              </a:ext>
            </a:extLst>
          </p:cNvPr>
          <p:cNvSpPr>
            <a:spLocks xmlns:a="http://schemas.openxmlformats.org/drawingml/2006/main" noGrp="1"/>
          </p:cNvSpPr>
          <p:nvPr/>
        </p:nvSpPr>
        <p:spPr>
          <a:xfrm xmlns:a="http://schemas.openxmlformats.org/drawingml/2006/main">
            <a:off x="11049000" y="6496050"/>
            <a:ext cx="571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r">
              <a:defRPr sz="825" b="0">
                <a:solidFill>
                  <a:srgbClr val="667985"/>
                </a:solidFill>
                <a:latin typeface="Arial"/>
                <a:ea typeface="Arial"/>
                <a:cs typeface="Arial"/>
              </a:defRPr>
            </a:pPr>
            <a:r>
              <a:rPr sz="825" b="0">
                <a:solidFill>
                  <a:srgbClr val="667985"/>
                </a:solidFill>
                <a:latin typeface="Arial"/>
                <a:ea typeface="Arial"/>
                <a:cs typeface="Arial"/>
              </a:rPr>
              <a:t>05</a:t>
            </a:r>
          </a:p>
        </p:txBody>
      </p:sp>
      <p:sp>
        <p:nvSpPr>
          <p:cNvPr id="5" name="">
            <a:extLst xmlns:a="http://schemas.openxmlformats.org/drawingml/2006/main">
              <a:ext uri="{FF2B5EF4-FFF2-40B4-BE49-F238E27FC236}">
                <a16:creationId xmlns:a16="http://schemas.microsoft.com/office/drawing/2014/main" id="{E3ED70B0-2373-46D3-9FD4-6773F25F84DA}"/>
              </a:ext>
            </a:extLst>
          </p:cNvPr>
          <p:cNvSpPr>
            <a:spLocks xmlns:a="http://schemas.openxmlformats.org/drawingml/2006/main" noGrp="1"/>
          </p:cNvSpPr>
          <p:nvPr/>
        </p:nvSpPr>
        <p:spPr>
          <a:xfrm xmlns:a="http://schemas.openxmlformats.org/drawingml/2006/main">
            <a:off x="647700" y="1666875"/>
            <a:ext cx="2476500" cy="1428750"/>
          </a:xfrm>
          <a:prstGeom xmlns:a="http://schemas.openxmlformats.org/drawingml/2006/main" prst="roundRect">
            <a:avLst>
              <a:gd name="adj" fmla="val 5333"/>
            </a:avLst>
          </a:prstGeom>
          <a:solidFill xmlns:a="http://schemas.openxmlformats.org/drawingml/2006/main">
            <a:srgbClr val="EDF4F8"/>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084D477C-DE1F-48B3-92BC-0C403145C8C7}"/>
              </a:ext>
            </a:extLst>
          </p:cNvPr>
          <p:cNvSpPr>
            <a:spLocks xmlns:a="http://schemas.openxmlformats.org/drawingml/2006/main" noGrp="1"/>
          </p:cNvSpPr>
          <p:nvPr/>
        </p:nvSpPr>
        <p:spPr>
          <a:xfrm xmlns:a="http://schemas.openxmlformats.org/drawingml/2006/main">
            <a:off x="819150" y="1857375"/>
            <a:ext cx="2133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defRPr sz="1125" b="1">
                <a:solidFill>
                  <a:srgbClr val="3977A8"/>
                </a:solidFill>
                <a:latin typeface="Arial"/>
                <a:ea typeface="Arial"/>
                <a:cs typeface="Arial"/>
              </a:defRPr>
            </a:pPr>
            <a:r>
              <a:rPr sz="1125" b="1">
                <a:solidFill>
                  <a:srgbClr val="3977A8"/>
                </a:solidFill>
                <a:latin typeface="Arial"/>
                <a:ea typeface="Arial"/>
                <a:cs typeface="Arial"/>
              </a:rPr>
              <a:t>ASSET</a:t>
            </a:r>
          </a:p>
        </p:txBody>
      </p:sp>
      <p:sp>
        <p:nvSpPr>
          <p:cNvPr id="7" name="">
            <a:extLst xmlns:a="http://schemas.openxmlformats.org/drawingml/2006/main">
              <a:ext uri="{FF2B5EF4-FFF2-40B4-BE49-F238E27FC236}">
                <a16:creationId xmlns:a16="http://schemas.microsoft.com/office/drawing/2014/main" id="{855F48EB-51E7-4656-8434-26FD856244AC}"/>
              </a:ext>
            </a:extLst>
          </p:cNvPr>
          <p:cNvSpPr>
            <a:spLocks xmlns:a="http://schemas.openxmlformats.org/drawingml/2006/main" noGrp="1"/>
          </p:cNvSpPr>
          <p:nvPr/>
        </p:nvSpPr>
        <p:spPr>
          <a:xfrm xmlns:a="http://schemas.openxmlformats.org/drawingml/2006/main">
            <a:off x="819150" y="2286000"/>
            <a:ext cx="21336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defRPr sz="1500" b="1">
                <a:solidFill>
                  <a:srgbClr val="102D42"/>
                </a:solidFill>
                <a:latin typeface="Arial"/>
                <a:ea typeface="Arial"/>
                <a:cs typeface="Arial"/>
              </a:defRPr>
            </a:pPr>
            <a:r>
              <a:rPr sz="1500" b="1">
                <a:solidFill>
                  <a:srgbClr val="102D42"/>
                </a:solidFill>
                <a:latin typeface="Arial"/>
                <a:ea typeface="Arial"/>
                <a:cs typeface="Arial"/>
              </a:rPr>
              <a:t>What must not be harmed?</a:t>
            </a:r>
          </a:p>
        </p:txBody>
      </p:sp>
      <p:sp>
        <p:nvSpPr>
          <p:cNvPr id="8" name="">
            <a:extLst xmlns:a="http://schemas.openxmlformats.org/drawingml/2006/main">
              <a:ext uri="{FF2B5EF4-FFF2-40B4-BE49-F238E27FC236}">
                <a16:creationId xmlns:a16="http://schemas.microsoft.com/office/drawing/2014/main" id="{DACACEDA-0276-4CC4-8915-0F70DC8617F9}"/>
              </a:ext>
            </a:extLst>
          </p:cNvPr>
          <p:cNvSpPr>
            <a:spLocks xmlns:a="http://schemas.openxmlformats.org/drawingml/2006/main" noGrp="1"/>
          </p:cNvSpPr>
          <p:nvPr/>
        </p:nvSpPr>
        <p:spPr>
          <a:xfrm xmlns:a="http://schemas.openxmlformats.org/drawingml/2006/main">
            <a:off x="3429000" y="1666875"/>
            <a:ext cx="2476500" cy="1428750"/>
          </a:xfrm>
          <a:prstGeom xmlns:a="http://schemas.openxmlformats.org/drawingml/2006/main" prst="roundRect">
            <a:avLst>
              <a:gd name="adj" fmla="val 5333"/>
            </a:avLst>
          </a:prstGeom>
          <a:solidFill xmlns:a="http://schemas.openxmlformats.org/drawingml/2006/main">
            <a:srgbClr val="EDF4F8"/>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13F8C4EE-DFC1-4757-A2E1-4DCBD1051675}"/>
              </a:ext>
            </a:extLst>
          </p:cNvPr>
          <p:cNvSpPr>
            <a:spLocks xmlns:a="http://schemas.openxmlformats.org/drawingml/2006/main" noGrp="1"/>
          </p:cNvSpPr>
          <p:nvPr/>
        </p:nvSpPr>
        <p:spPr>
          <a:xfrm xmlns:a="http://schemas.openxmlformats.org/drawingml/2006/main">
            <a:off x="3600450" y="1857375"/>
            <a:ext cx="2133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defRPr sz="1125" b="1">
                <a:solidFill>
                  <a:srgbClr val="3977A8"/>
                </a:solidFill>
                <a:latin typeface="Arial"/>
                <a:ea typeface="Arial"/>
                <a:cs typeface="Arial"/>
              </a:defRPr>
            </a:pPr>
            <a:r>
              <a:rPr sz="1125" b="1">
                <a:solidFill>
                  <a:srgbClr val="3977A8"/>
                </a:solidFill>
                <a:latin typeface="Arial"/>
                <a:ea typeface="Arial"/>
                <a:cs typeface="Arial"/>
              </a:rPr>
              <a:t>OPERATION</a:t>
            </a:r>
          </a:p>
        </p:txBody>
      </p:sp>
      <p:sp>
        <p:nvSpPr>
          <p:cNvPr id="10" name="">
            <a:extLst xmlns:a="http://schemas.openxmlformats.org/drawingml/2006/main">
              <a:ext uri="{FF2B5EF4-FFF2-40B4-BE49-F238E27FC236}">
                <a16:creationId xmlns:a16="http://schemas.microsoft.com/office/drawing/2014/main" id="{C9B989E1-FE63-4F38-8CB1-C5901C03BAB7}"/>
              </a:ext>
            </a:extLst>
          </p:cNvPr>
          <p:cNvSpPr>
            <a:spLocks xmlns:a="http://schemas.openxmlformats.org/drawingml/2006/main" noGrp="1"/>
          </p:cNvSpPr>
          <p:nvPr/>
        </p:nvSpPr>
        <p:spPr>
          <a:xfrm xmlns:a="http://schemas.openxmlformats.org/drawingml/2006/main">
            <a:off x="3600450" y="2286000"/>
            <a:ext cx="21336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defRPr sz="1500" b="1">
                <a:solidFill>
                  <a:srgbClr val="102D42"/>
                </a:solidFill>
                <a:latin typeface="Arial"/>
                <a:ea typeface="Arial"/>
                <a:cs typeface="Arial"/>
              </a:defRPr>
            </a:pPr>
            <a:r>
              <a:rPr sz="1500" b="1">
                <a:solidFill>
                  <a:srgbClr val="102D42"/>
                </a:solidFill>
                <a:latin typeface="Arial"/>
                <a:ea typeface="Arial"/>
                <a:cs typeface="Arial"/>
              </a:rPr>
              <a:t>What exact change is allowed?</a:t>
            </a:r>
          </a:p>
        </p:txBody>
      </p:sp>
      <p:sp>
        <p:nvSpPr>
          <p:cNvPr id="11" name="">
            <a:extLst xmlns:a="http://schemas.openxmlformats.org/drawingml/2006/main">
              <a:ext uri="{FF2B5EF4-FFF2-40B4-BE49-F238E27FC236}">
                <a16:creationId xmlns:a16="http://schemas.microsoft.com/office/drawing/2014/main" id="{1F614E9D-E39D-42E1-BE07-C722375165CD}"/>
              </a:ext>
            </a:extLst>
          </p:cNvPr>
          <p:cNvSpPr>
            <a:spLocks xmlns:a="http://schemas.openxmlformats.org/drawingml/2006/main" noGrp="1"/>
          </p:cNvSpPr>
          <p:nvPr/>
        </p:nvSpPr>
        <p:spPr>
          <a:xfrm xmlns:a="http://schemas.openxmlformats.org/drawingml/2006/main">
            <a:off x="6210300" y="1666875"/>
            <a:ext cx="2476500" cy="1428750"/>
          </a:xfrm>
          <a:prstGeom xmlns:a="http://schemas.openxmlformats.org/drawingml/2006/main" prst="roundRect">
            <a:avLst>
              <a:gd name="adj" fmla="val 5333"/>
            </a:avLst>
          </a:prstGeom>
          <a:solidFill xmlns:a="http://schemas.openxmlformats.org/drawingml/2006/main">
            <a:srgbClr val="EDF4F8"/>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14EE157A-E0EA-4426-8895-39BB25607D13}"/>
              </a:ext>
            </a:extLst>
          </p:cNvPr>
          <p:cNvSpPr>
            <a:spLocks xmlns:a="http://schemas.openxmlformats.org/drawingml/2006/main" noGrp="1"/>
          </p:cNvSpPr>
          <p:nvPr/>
        </p:nvSpPr>
        <p:spPr>
          <a:xfrm xmlns:a="http://schemas.openxmlformats.org/drawingml/2006/main">
            <a:off x="6381750" y="1857375"/>
            <a:ext cx="2133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defRPr sz="1125" b="1">
                <a:solidFill>
                  <a:srgbClr val="3977A8"/>
                </a:solidFill>
                <a:latin typeface="Arial"/>
                <a:ea typeface="Arial"/>
                <a:cs typeface="Arial"/>
              </a:defRPr>
            </a:pPr>
            <a:r>
              <a:rPr sz="1125" b="1">
                <a:solidFill>
                  <a:srgbClr val="3977A8"/>
                </a:solidFill>
                <a:latin typeface="Arial"/>
                <a:ea typeface="Arial"/>
                <a:cs typeface="Arial"/>
              </a:rPr>
              <a:t>ENFORCEMENT</a:t>
            </a:r>
          </a:p>
        </p:txBody>
      </p:sp>
      <p:sp>
        <p:nvSpPr>
          <p:cNvPr id="13" name="">
            <a:extLst xmlns:a="http://schemas.openxmlformats.org/drawingml/2006/main">
              <a:ext uri="{FF2B5EF4-FFF2-40B4-BE49-F238E27FC236}">
                <a16:creationId xmlns:a16="http://schemas.microsoft.com/office/drawing/2014/main" id="{7A1E04C2-B0CD-481E-B409-22B95AFF67E8}"/>
              </a:ext>
            </a:extLst>
          </p:cNvPr>
          <p:cNvSpPr>
            <a:spLocks xmlns:a="http://schemas.openxmlformats.org/drawingml/2006/main" noGrp="1"/>
          </p:cNvSpPr>
          <p:nvPr/>
        </p:nvSpPr>
        <p:spPr>
          <a:xfrm xmlns:a="http://schemas.openxmlformats.org/drawingml/2006/main">
            <a:off x="6381750" y="2286000"/>
            <a:ext cx="21336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defRPr sz="1500" b="1">
                <a:solidFill>
                  <a:srgbClr val="102D42"/>
                </a:solidFill>
                <a:latin typeface="Arial"/>
                <a:ea typeface="Arial"/>
                <a:cs typeface="Arial"/>
              </a:defRPr>
            </a:pPr>
            <a:r>
              <a:rPr sz="1500" b="1">
                <a:solidFill>
                  <a:srgbClr val="102D42"/>
                </a:solidFill>
                <a:latin typeface="Arial"/>
                <a:ea typeface="Arial"/>
                <a:cs typeface="Arial"/>
              </a:rPr>
              <a:t>Where is it stopped?</a:t>
            </a:r>
          </a:p>
        </p:txBody>
      </p:sp>
      <p:sp>
        <p:nvSpPr>
          <p:cNvPr id="14" name="">
            <a:extLst xmlns:a="http://schemas.openxmlformats.org/drawingml/2006/main">
              <a:ext uri="{FF2B5EF4-FFF2-40B4-BE49-F238E27FC236}">
                <a16:creationId xmlns:a16="http://schemas.microsoft.com/office/drawing/2014/main" id="{4D44ED58-D436-457B-B5A9-3ABB2357950A}"/>
              </a:ext>
            </a:extLst>
          </p:cNvPr>
          <p:cNvSpPr>
            <a:spLocks xmlns:a="http://schemas.openxmlformats.org/drawingml/2006/main" noGrp="1"/>
          </p:cNvSpPr>
          <p:nvPr/>
        </p:nvSpPr>
        <p:spPr>
          <a:xfrm xmlns:a="http://schemas.openxmlformats.org/drawingml/2006/main">
            <a:off x="8991600" y="1666875"/>
            <a:ext cx="2476500" cy="1428750"/>
          </a:xfrm>
          <a:prstGeom xmlns:a="http://schemas.openxmlformats.org/drawingml/2006/main" prst="roundRect">
            <a:avLst>
              <a:gd name="adj" fmla="val 5333"/>
            </a:avLst>
          </a:prstGeom>
          <a:solidFill xmlns:a="http://schemas.openxmlformats.org/drawingml/2006/main">
            <a:srgbClr val="EDF4F8"/>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85448D92-D2E3-4E32-8148-88799243FAC9}"/>
              </a:ext>
            </a:extLst>
          </p:cNvPr>
          <p:cNvSpPr>
            <a:spLocks xmlns:a="http://schemas.openxmlformats.org/drawingml/2006/main" noGrp="1"/>
          </p:cNvSpPr>
          <p:nvPr/>
        </p:nvSpPr>
        <p:spPr>
          <a:xfrm xmlns:a="http://schemas.openxmlformats.org/drawingml/2006/main">
            <a:off x="9163050" y="1857375"/>
            <a:ext cx="2133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defRPr sz="1125" b="1">
                <a:solidFill>
                  <a:srgbClr val="3977A8"/>
                </a:solidFill>
                <a:latin typeface="Arial"/>
                <a:ea typeface="Arial"/>
                <a:cs typeface="Arial"/>
              </a:defRPr>
            </a:pPr>
            <a:r>
              <a:rPr sz="1125" b="1">
                <a:solidFill>
                  <a:srgbClr val="3977A8"/>
                </a:solidFill>
                <a:latin typeface="Arial"/>
                <a:ea typeface="Arial"/>
                <a:cs typeface="Arial"/>
              </a:rPr>
              <a:t>OWNER</a:t>
            </a:r>
          </a:p>
        </p:txBody>
      </p:sp>
      <p:sp>
        <p:nvSpPr>
          <p:cNvPr id="16" name="">
            <a:extLst xmlns:a="http://schemas.openxmlformats.org/drawingml/2006/main">
              <a:ext uri="{FF2B5EF4-FFF2-40B4-BE49-F238E27FC236}">
                <a16:creationId xmlns:a16="http://schemas.microsoft.com/office/drawing/2014/main" id="{575ED97E-AA1A-4CEB-924B-DECA0E5E40D9}"/>
              </a:ext>
            </a:extLst>
          </p:cNvPr>
          <p:cNvSpPr>
            <a:spLocks xmlns:a="http://schemas.openxmlformats.org/drawingml/2006/main" noGrp="1"/>
          </p:cNvSpPr>
          <p:nvPr/>
        </p:nvSpPr>
        <p:spPr>
          <a:xfrm xmlns:a="http://schemas.openxmlformats.org/drawingml/2006/main">
            <a:off x="9163050" y="2286000"/>
            <a:ext cx="21336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defRPr sz="1500" b="1">
                <a:solidFill>
                  <a:srgbClr val="102D42"/>
                </a:solidFill>
                <a:latin typeface="Arial"/>
                <a:ea typeface="Arial"/>
                <a:cs typeface="Arial"/>
              </a:defRPr>
            </a:pPr>
            <a:r>
              <a:rPr sz="1500" b="1">
                <a:solidFill>
                  <a:srgbClr val="102D42"/>
                </a:solidFill>
                <a:latin typeface="Arial"/>
                <a:ea typeface="Arial"/>
                <a:cs typeface="Arial"/>
              </a:rPr>
              <a:t>Who is accountable?</a:t>
            </a:r>
          </a:p>
        </p:txBody>
      </p:sp>
      <p:sp>
        <p:nvSpPr>
          <p:cNvPr id="17" name="">
            <a:extLst xmlns:a="http://schemas.openxmlformats.org/drawingml/2006/main">
              <a:ext uri="{FF2B5EF4-FFF2-40B4-BE49-F238E27FC236}">
                <a16:creationId xmlns:a16="http://schemas.microsoft.com/office/drawing/2014/main" id="{03722A38-1D3F-4EF6-BD78-839BCC56B8A2}"/>
              </a:ext>
            </a:extLst>
          </p:cNvPr>
          <p:cNvSpPr>
            <a:spLocks xmlns:a="http://schemas.openxmlformats.org/drawingml/2006/main" noGrp="1"/>
          </p:cNvSpPr>
          <p:nvPr/>
        </p:nvSpPr>
        <p:spPr>
          <a:xfrm xmlns:a="http://schemas.openxmlformats.org/drawingml/2006/main">
            <a:off x="2038350" y="3638550"/>
            <a:ext cx="2476500" cy="1428750"/>
          </a:xfrm>
          <a:prstGeom xmlns:a="http://schemas.openxmlformats.org/drawingml/2006/main" prst="roundRect">
            <a:avLst>
              <a:gd name="adj" fmla="val 5333"/>
            </a:avLst>
          </a:prstGeom>
          <a:solidFill xmlns:a="http://schemas.openxmlformats.org/drawingml/2006/main">
            <a:srgbClr val="E8F3F2"/>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E92263EB-8FD8-4E85-AD6C-C4E61E5BB845}"/>
              </a:ext>
            </a:extLst>
          </p:cNvPr>
          <p:cNvSpPr>
            <a:spLocks xmlns:a="http://schemas.openxmlformats.org/drawingml/2006/main" noGrp="1"/>
          </p:cNvSpPr>
          <p:nvPr/>
        </p:nvSpPr>
        <p:spPr>
          <a:xfrm xmlns:a="http://schemas.openxmlformats.org/drawingml/2006/main">
            <a:off x="2209800" y="3829050"/>
            <a:ext cx="2133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defRPr sz="1125" b="1">
                <a:solidFill>
                  <a:srgbClr val="007F7A"/>
                </a:solidFill>
                <a:latin typeface="Arial"/>
                <a:ea typeface="Arial"/>
                <a:cs typeface="Arial"/>
              </a:defRPr>
            </a:pPr>
            <a:r>
              <a:rPr sz="1125" b="1">
                <a:solidFill>
                  <a:srgbClr val="007F7A"/>
                </a:solidFill>
                <a:latin typeface="Arial"/>
                <a:ea typeface="Arial"/>
                <a:cs typeface="Arial"/>
              </a:rPr>
              <a:t>FAILURE TEST</a:t>
            </a:r>
          </a:p>
        </p:txBody>
      </p:sp>
      <p:sp>
        <p:nvSpPr>
          <p:cNvPr id="19" name="">
            <a:extLst xmlns:a="http://schemas.openxmlformats.org/drawingml/2006/main">
              <a:ext uri="{FF2B5EF4-FFF2-40B4-BE49-F238E27FC236}">
                <a16:creationId xmlns:a16="http://schemas.microsoft.com/office/drawing/2014/main" id="{45B33692-7E29-4B49-A4CF-1E243DF7C096}"/>
              </a:ext>
            </a:extLst>
          </p:cNvPr>
          <p:cNvSpPr>
            <a:spLocks xmlns:a="http://schemas.openxmlformats.org/drawingml/2006/main" noGrp="1"/>
          </p:cNvSpPr>
          <p:nvPr/>
        </p:nvSpPr>
        <p:spPr>
          <a:xfrm xmlns:a="http://schemas.openxmlformats.org/drawingml/2006/main">
            <a:off x="2209800" y="4257675"/>
            <a:ext cx="21336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defRPr sz="1500" b="1">
                <a:solidFill>
                  <a:srgbClr val="102D42"/>
                </a:solidFill>
                <a:latin typeface="Arial"/>
                <a:ea typeface="Arial"/>
                <a:cs typeface="Arial"/>
              </a:defRPr>
            </a:pPr>
            <a:r>
              <a:rPr sz="1500" b="1">
                <a:solidFill>
                  <a:srgbClr val="102D42"/>
                </a:solidFill>
                <a:latin typeface="Arial"/>
                <a:ea typeface="Arial"/>
                <a:cs typeface="Arial"/>
              </a:rPr>
              <a:t>How do we try to break it?</a:t>
            </a:r>
          </a:p>
        </p:txBody>
      </p:sp>
      <p:sp>
        <p:nvSpPr>
          <p:cNvPr id="20" name="">
            <a:extLst xmlns:a="http://schemas.openxmlformats.org/drawingml/2006/main">
              <a:ext uri="{FF2B5EF4-FFF2-40B4-BE49-F238E27FC236}">
                <a16:creationId xmlns:a16="http://schemas.microsoft.com/office/drawing/2014/main" id="{C447F238-4D63-41BF-AA48-876FC61D8376}"/>
              </a:ext>
            </a:extLst>
          </p:cNvPr>
          <p:cNvSpPr>
            <a:spLocks xmlns:a="http://schemas.openxmlformats.org/drawingml/2006/main" noGrp="1"/>
          </p:cNvSpPr>
          <p:nvPr/>
        </p:nvSpPr>
        <p:spPr>
          <a:xfrm xmlns:a="http://schemas.openxmlformats.org/drawingml/2006/main">
            <a:off x="4819650" y="3638550"/>
            <a:ext cx="2476500" cy="1428750"/>
          </a:xfrm>
          <a:prstGeom xmlns:a="http://schemas.openxmlformats.org/drawingml/2006/main" prst="roundRect">
            <a:avLst>
              <a:gd name="adj" fmla="val 5333"/>
            </a:avLst>
          </a:prstGeom>
          <a:solidFill xmlns:a="http://schemas.openxmlformats.org/drawingml/2006/main">
            <a:srgbClr val="E8F3F2"/>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3DFC2D96-6757-4A96-B6CD-270B779A30A9}"/>
              </a:ext>
            </a:extLst>
          </p:cNvPr>
          <p:cNvSpPr>
            <a:spLocks xmlns:a="http://schemas.openxmlformats.org/drawingml/2006/main" noGrp="1"/>
          </p:cNvSpPr>
          <p:nvPr/>
        </p:nvSpPr>
        <p:spPr>
          <a:xfrm xmlns:a="http://schemas.openxmlformats.org/drawingml/2006/main">
            <a:off x="4991100" y="3829050"/>
            <a:ext cx="2133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defRPr sz="1125" b="1">
                <a:solidFill>
                  <a:srgbClr val="007F7A"/>
                </a:solidFill>
                <a:latin typeface="Arial"/>
                <a:ea typeface="Arial"/>
                <a:cs typeface="Arial"/>
              </a:defRPr>
            </a:pPr>
            <a:r>
              <a:rPr sz="1125" b="1">
                <a:solidFill>
                  <a:srgbClr val="007F7A"/>
                </a:solidFill>
                <a:latin typeface="Arial"/>
                <a:ea typeface="Arial"/>
                <a:cs typeface="Arial"/>
              </a:rPr>
              <a:t>EVIDENCE</a:t>
            </a:r>
          </a:p>
        </p:txBody>
      </p:sp>
      <p:sp>
        <p:nvSpPr>
          <p:cNvPr id="22" name="">
            <a:extLst xmlns:a="http://schemas.openxmlformats.org/drawingml/2006/main">
              <a:ext uri="{FF2B5EF4-FFF2-40B4-BE49-F238E27FC236}">
                <a16:creationId xmlns:a16="http://schemas.microsoft.com/office/drawing/2014/main" id="{64D494AC-30B8-4902-BAB2-283685CDD002}"/>
              </a:ext>
            </a:extLst>
          </p:cNvPr>
          <p:cNvSpPr>
            <a:spLocks xmlns:a="http://schemas.openxmlformats.org/drawingml/2006/main" noGrp="1"/>
          </p:cNvSpPr>
          <p:nvPr/>
        </p:nvSpPr>
        <p:spPr>
          <a:xfrm xmlns:a="http://schemas.openxmlformats.org/drawingml/2006/main">
            <a:off x="4991100" y="4257675"/>
            <a:ext cx="21336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defRPr sz="1500" b="1">
                <a:solidFill>
                  <a:srgbClr val="102D42"/>
                </a:solidFill>
                <a:latin typeface="Arial"/>
                <a:ea typeface="Arial"/>
                <a:cs typeface="Arial"/>
              </a:defRPr>
            </a:pPr>
            <a:r>
              <a:rPr sz="1500" b="1">
                <a:solidFill>
                  <a:srgbClr val="102D42"/>
                </a:solidFill>
                <a:latin typeface="Arial"/>
                <a:ea typeface="Arial"/>
                <a:cs typeface="Arial"/>
              </a:rPr>
              <a:t>What proves the result?</a:t>
            </a:r>
          </a:p>
        </p:txBody>
      </p:sp>
      <p:sp>
        <p:nvSpPr>
          <p:cNvPr id="23" name="">
            <a:extLst xmlns:a="http://schemas.openxmlformats.org/drawingml/2006/main">
              <a:ext uri="{FF2B5EF4-FFF2-40B4-BE49-F238E27FC236}">
                <a16:creationId xmlns:a16="http://schemas.microsoft.com/office/drawing/2014/main" id="{5396EC97-FC44-4193-A95F-B268ADD3E368}"/>
              </a:ext>
            </a:extLst>
          </p:cNvPr>
          <p:cNvSpPr>
            <a:spLocks xmlns:a="http://schemas.openxmlformats.org/drawingml/2006/main" noGrp="1"/>
          </p:cNvSpPr>
          <p:nvPr/>
        </p:nvSpPr>
        <p:spPr>
          <a:xfrm xmlns:a="http://schemas.openxmlformats.org/drawingml/2006/main">
            <a:off x="7600950" y="3638550"/>
            <a:ext cx="2476500" cy="1428750"/>
          </a:xfrm>
          <a:prstGeom xmlns:a="http://schemas.openxmlformats.org/drawingml/2006/main" prst="roundRect">
            <a:avLst>
              <a:gd name="adj" fmla="val 5333"/>
            </a:avLst>
          </a:prstGeom>
          <a:solidFill xmlns:a="http://schemas.openxmlformats.org/drawingml/2006/main">
            <a:srgbClr val="E8F3F2"/>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19228DCF-8454-4F62-9DED-965ECF4CB277}"/>
              </a:ext>
            </a:extLst>
          </p:cNvPr>
          <p:cNvSpPr>
            <a:spLocks xmlns:a="http://schemas.openxmlformats.org/drawingml/2006/main" noGrp="1"/>
          </p:cNvSpPr>
          <p:nvPr/>
        </p:nvSpPr>
        <p:spPr>
          <a:xfrm xmlns:a="http://schemas.openxmlformats.org/drawingml/2006/main">
            <a:off x="7772400" y="3829050"/>
            <a:ext cx="2133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defRPr sz="1125" b="1">
                <a:solidFill>
                  <a:srgbClr val="007F7A"/>
                </a:solidFill>
                <a:latin typeface="Arial"/>
                <a:ea typeface="Arial"/>
                <a:cs typeface="Arial"/>
              </a:defRPr>
            </a:pPr>
            <a:r>
              <a:rPr sz="1125" b="1">
                <a:solidFill>
                  <a:srgbClr val="007F7A"/>
                </a:solidFill>
                <a:latin typeface="Arial"/>
                <a:ea typeface="Arial"/>
                <a:cs typeface="Arial"/>
              </a:rPr>
              <a:t>RECOVERY</a:t>
            </a:r>
          </a:p>
        </p:txBody>
      </p:sp>
      <p:sp>
        <p:nvSpPr>
          <p:cNvPr id="25" name="">
            <a:extLst xmlns:a="http://schemas.openxmlformats.org/drawingml/2006/main">
              <a:ext uri="{FF2B5EF4-FFF2-40B4-BE49-F238E27FC236}">
                <a16:creationId xmlns:a16="http://schemas.microsoft.com/office/drawing/2014/main" id="{AE72FDE1-4094-4220-8999-5C1B047A8F59}"/>
              </a:ext>
            </a:extLst>
          </p:cNvPr>
          <p:cNvSpPr>
            <a:spLocks xmlns:a="http://schemas.openxmlformats.org/drawingml/2006/main" noGrp="1"/>
          </p:cNvSpPr>
          <p:nvPr/>
        </p:nvSpPr>
        <p:spPr>
          <a:xfrm xmlns:a="http://schemas.openxmlformats.org/drawingml/2006/main">
            <a:off x="7772400" y="4257675"/>
            <a:ext cx="21336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defRPr sz="1500" b="1">
                <a:solidFill>
                  <a:srgbClr val="102D42"/>
                </a:solidFill>
                <a:latin typeface="Arial"/>
                <a:ea typeface="Arial"/>
                <a:cs typeface="Arial"/>
              </a:defRPr>
            </a:pPr>
            <a:r>
              <a:rPr sz="1500" b="1">
                <a:solidFill>
                  <a:srgbClr val="102D42"/>
                </a:solidFill>
                <a:latin typeface="Arial"/>
                <a:ea typeface="Arial"/>
                <a:cs typeface="Arial"/>
              </a:rPr>
              <a:t>What happens after failure?</a:t>
            </a:r>
          </a:p>
        </p:txBody>
      </p:sp>
      <p:sp>
        <p:nvSpPr>
          <p:cNvPr id="26" name="">
            <a:extLst xmlns:a="http://schemas.openxmlformats.org/drawingml/2006/main">
              <a:ext uri="{FF2B5EF4-FFF2-40B4-BE49-F238E27FC236}">
                <a16:creationId xmlns:a16="http://schemas.microsoft.com/office/drawing/2014/main" id="{219B18E3-7FBB-46C7-B7BD-EAFF09A02392}"/>
              </a:ext>
            </a:extLst>
          </p:cNvPr>
          <p:cNvSpPr>
            <a:spLocks xmlns:a="http://schemas.openxmlformats.org/drawingml/2006/main" noGrp="1"/>
          </p:cNvSpPr>
          <p:nvPr/>
        </p:nvSpPr>
        <p:spPr>
          <a:xfrm xmlns:a="http://schemas.openxmlformats.org/drawingml/2006/main">
            <a:off x="2381250" y="5524500"/>
            <a:ext cx="7429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ctr">
              <a:defRPr sz="1725" b="1">
                <a:solidFill>
                  <a:srgbClr val="E66A4E"/>
                </a:solidFill>
                <a:latin typeface="Arial"/>
                <a:ea typeface="Arial"/>
                <a:cs typeface="Arial"/>
              </a:defRPr>
            </a:pPr>
            <a:r>
              <a:rPr sz="1725" b="1">
                <a:solidFill>
                  <a:srgbClr val="E66A4E"/>
                </a:solidFill>
                <a:latin typeface="Arial"/>
                <a:ea typeface="Arial"/>
                <a:cs typeface="Arial"/>
              </a:rPr>
              <a:t>Missing any field → the capability is not ready for automation.</a:t>
            </a:r>
          </a:p>
        </p:txBody>
      </p:sp>
    </p:spTree>
    <p:extLst>
      <p:ext uri="{BB962C8B-B14F-4D97-AF65-F5344CB8AC3E}">
        <p14:creationId xmlns:p14="http://schemas.microsoft.com/office/powerpoint/2010/main" val="224727309"/>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37F3AE24-2514-4301-99C8-A904F8D0E167}"/>
              </a:ext>
            </a:extLst>
          </p:cNvPr>
          <p:cNvSpPr>
            <a:spLocks xmlns:a="http://schemas.openxmlformats.org/drawingml/2006/main" noGrp="1"/>
          </p:cNvSpPr>
          <p:nvPr/>
        </p:nvSpPr>
        <p:spPr>
          <a:xfrm xmlns:a="http://schemas.openxmlformats.org/drawingml/2006/main">
            <a:off x="571500" y="285750"/>
            <a:ext cx="428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defRPr sz="975" b="1">
                <a:solidFill>
                  <a:srgbClr val="007F7A"/>
                </a:solidFill>
                <a:latin typeface="Arial"/>
                <a:ea typeface="Arial"/>
                <a:cs typeface="Arial"/>
              </a:defRPr>
            </a:pPr>
            <a:r>
              <a:rPr sz="975" b="1">
                <a:solidFill>
                  <a:srgbClr val="007F7A"/>
                </a:solidFill>
                <a:latin typeface="Arial"/>
                <a:ea typeface="Arial"/>
                <a:cs typeface="Arial"/>
              </a:rPr>
              <a:t>MECHANISM</a:t>
            </a:r>
          </a:p>
        </p:txBody>
      </p:sp>
      <p:sp>
        <p:nvSpPr>
          <p:cNvPr id="2" name="">
            <a:extLst xmlns:a="http://schemas.openxmlformats.org/drawingml/2006/main">
              <a:ext uri="{FF2B5EF4-FFF2-40B4-BE49-F238E27FC236}">
                <a16:creationId xmlns:a16="http://schemas.microsoft.com/office/drawing/2014/main" id="{CB43CE2A-A440-4CB2-B31F-78E7B130975C}"/>
              </a:ext>
            </a:extLst>
          </p:cNvPr>
          <p:cNvSpPr>
            <a:spLocks xmlns:a="http://schemas.openxmlformats.org/drawingml/2006/main" noGrp="1"/>
          </p:cNvSpPr>
          <p:nvPr/>
        </p:nvSpPr>
        <p:spPr>
          <a:xfrm xmlns:a="http://schemas.openxmlformats.org/drawingml/2006/main">
            <a:off x="571500" y="552450"/>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defRPr sz="2550" b="1">
                <a:solidFill>
                  <a:srgbClr val="102D42"/>
                </a:solidFill>
                <a:latin typeface="Arial"/>
                <a:ea typeface="Arial"/>
                <a:cs typeface="Arial"/>
              </a:defRPr>
            </a:pPr>
            <a:r>
              <a:rPr sz="2550" b="1">
                <a:solidFill>
                  <a:srgbClr val="102D42"/>
                </a:solidFill>
                <a:latin typeface="Arial"/>
                <a:ea typeface="Arial"/>
                <a:cs typeface="Arial"/>
              </a:rPr>
              <a:t>Approval binds to one exact proposal—not to an agent</a:t>
            </a:r>
          </a:p>
        </p:txBody>
      </p:sp>
      <p:sp>
        <p:nvSpPr>
          <p:cNvPr id="3" name="">
            <a:extLst xmlns:a="http://schemas.openxmlformats.org/drawingml/2006/main">
              <a:ext uri="{FF2B5EF4-FFF2-40B4-BE49-F238E27FC236}">
                <a16:creationId xmlns:a16="http://schemas.microsoft.com/office/drawing/2014/main" id="{E4615716-1016-4AC3-941A-ABDB0E47B662}"/>
              </a:ext>
            </a:extLst>
          </p:cNvPr>
          <p:cNvSpPr>
            <a:spLocks xmlns:a="http://schemas.openxmlformats.org/drawingml/2006/main" noGrp="1"/>
          </p:cNvSpPr>
          <p:nvPr/>
        </p:nvSpPr>
        <p:spPr>
          <a:xfrm xmlns:a="http://schemas.openxmlformats.org/drawingml/2006/main">
            <a:off x="571500" y="1200150"/>
            <a:ext cx="11049000" cy="19050"/>
          </a:xfrm>
          <a:prstGeom xmlns:a="http://schemas.openxmlformats.org/drawingml/2006/main" prst="rect">
            <a:avLst/>
          </a:prstGeom>
          <a:solidFill xmlns:a="http://schemas.openxmlformats.org/drawingml/2006/main">
            <a:srgbClr val="CCD8DE"/>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590E01C7-7A93-4387-A912-5690896FFE4D}"/>
              </a:ext>
            </a:extLst>
          </p:cNvPr>
          <p:cNvSpPr>
            <a:spLocks xmlns:a="http://schemas.openxmlformats.org/drawingml/2006/main" noGrp="1"/>
          </p:cNvSpPr>
          <p:nvPr/>
        </p:nvSpPr>
        <p:spPr>
          <a:xfrm xmlns:a="http://schemas.openxmlformats.org/drawingml/2006/main">
            <a:off x="11049000" y="6496050"/>
            <a:ext cx="571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r">
              <a:defRPr sz="825" b="0">
                <a:solidFill>
                  <a:srgbClr val="667985"/>
                </a:solidFill>
                <a:latin typeface="Arial"/>
                <a:ea typeface="Arial"/>
                <a:cs typeface="Arial"/>
              </a:defRPr>
            </a:pPr>
            <a:r>
              <a:rPr sz="825" b="0">
                <a:solidFill>
                  <a:srgbClr val="667985"/>
                </a:solidFill>
                <a:latin typeface="Arial"/>
                <a:ea typeface="Arial"/>
                <a:cs typeface="Arial"/>
              </a:rPr>
              <a:t>06</a:t>
            </a:r>
          </a:p>
        </p:txBody>
      </p:sp>
      <p:sp>
        <p:nvSpPr>
          <p:cNvPr id="5" name="">
            <a:extLst xmlns:a="http://schemas.openxmlformats.org/drawingml/2006/main">
              <a:ext uri="{FF2B5EF4-FFF2-40B4-BE49-F238E27FC236}">
                <a16:creationId xmlns:a16="http://schemas.microsoft.com/office/drawing/2014/main" id="{A5196BBA-2691-4DC3-BC33-45D6E90EE988}"/>
              </a:ext>
            </a:extLst>
          </p:cNvPr>
          <p:cNvSpPr>
            <a:spLocks xmlns:a="http://schemas.openxmlformats.org/drawingml/2006/main" noGrp="1"/>
          </p:cNvSpPr>
          <p:nvPr/>
        </p:nvSpPr>
        <p:spPr>
          <a:xfrm xmlns:a="http://schemas.openxmlformats.org/drawingml/2006/main">
            <a:off x="666750" y="1657350"/>
            <a:ext cx="4619625" cy="3648075"/>
          </a:xfrm>
          <a:prstGeom xmlns:a="http://schemas.openxmlformats.org/drawingml/2006/main" prst="roundRect">
            <a:avLst>
              <a:gd name="adj" fmla="val 2089"/>
            </a:avLst>
          </a:prstGeom>
          <a:solidFill xmlns:a="http://schemas.openxmlformats.org/drawingml/2006/main">
            <a:srgbClr val="EDF4F8"/>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0947D5CA-DB21-404F-BCD7-E21214143F74}"/>
              </a:ext>
            </a:extLst>
          </p:cNvPr>
          <p:cNvSpPr>
            <a:spLocks xmlns:a="http://schemas.openxmlformats.org/drawingml/2006/main" noGrp="1"/>
          </p:cNvSpPr>
          <p:nvPr/>
        </p:nvSpPr>
        <p:spPr>
          <a:xfrm xmlns:a="http://schemas.openxmlformats.org/drawingml/2006/main">
            <a:off x="904875" y="1905000"/>
            <a:ext cx="400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defRPr sz="1125" b="1">
                <a:solidFill>
                  <a:srgbClr val="3977A8"/>
                </a:solidFill>
                <a:latin typeface="Arial"/>
                <a:ea typeface="Arial"/>
                <a:cs typeface="Arial"/>
              </a:defRPr>
            </a:pPr>
            <a:r>
              <a:rPr sz="1125" b="1">
                <a:solidFill>
                  <a:srgbClr val="3977A8"/>
                </a:solidFill>
                <a:latin typeface="Arial"/>
                <a:ea typeface="Arial"/>
                <a:cs typeface="Arial"/>
              </a:rPr>
              <a:t>CANONICAL DIGEST</a:t>
            </a:r>
          </a:p>
        </p:txBody>
      </p:sp>
      <p:sp>
        <p:nvSpPr>
          <p:cNvPr id="7" name="">
            <a:extLst xmlns:a="http://schemas.openxmlformats.org/drawingml/2006/main">
              <a:ext uri="{FF2B5EF4-FFF2-40B4-BE49-F238E27FC236}">
                <a16:creationId xmlns:a16="http://schemas.microsoft.com/office/drawing/2014/main" id="{7FCB1B36-D502-4A3B-92C0-939A08BA0A2D}"/>
              </a:ext>
            </a:extLst>
          </p:cNvPr>
          <p:cNvSpPr>
            <a:spLocks xmlns:a="http://schemas.openxmlformats.org/drawingml/2006/main" noGrp="1"/>
          </p:cNvSpPr>
          <p:nvPr/>
        </p:nvSpPr>
        <p:spPr>
          <a:xfrm xmlns:a="http://schemas.openxmlformats.org/drawingml/2006/main">
            <a:off x="904875" y="2419350"/>
            <a:ext cx="3952875"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ctr">
              <a:defRPr sz="1725" b="1">
                <a:solidFill>
                  <a:srgbClr val="102D42"/>
                </a:solidFill>
                <a:latin typeface="Arial"/>
                <a:ea typeface="Arial"/>
                <a:cs typeface="Arial"/>
              </a:defRPr>
            </a:pPr>
            <a:r>
              <a:rPr sz="1725" b="1">
                <a:solidFill>
                  <a:srgbClr val="102D42"/>
                </a:solidFill>
                <a:latin typeface="Arial"/>
                <a:ea typeface="Arial"/>
                <a:cs typeface="Arial"/>
              </a:rPr>
              <a:t>operation  +  target</a:t>
            </a:r>
          </a:p>
          <a:p xmlns:a="http://schemas.openxmlformats.org/drawingml/2006/main">
            <a:pPr algn="ctr">
              <a:defRPr sz="1725" b="1">
                <a:solidFill>
                  <a:srgbClr val="102D42"/>
                </a:solidFill>
                <a:latin typeface="Arial"/>
                <a:ea typeface="Arial"/>
                <a:cs typeface="Arial"/>
              </a:defRPr>
            </a:pPr>
            <a:r>
              <a:rPr sz="1725" b="1">
                <a:solidFill>
                  <a:srgbClr val="102D42"/>
                </a:solidFill>
                <a:latin typeface="Arial"/>
                <a:ea typeface="Arial"/>
                <a:cs typeface="Arial"/>
              </a:rPr>
              <a:t>arguments  +  evidence version</a:t>
            </a:r>
          </a:p>
          <a:p xmlns:a="http://schemas.openxmlformats.org/drawingml/2006/main">
            <a:pPr algn="ctr">
              <a:defRPr sz="1725" b="1">
                <a:solidFill>
                  <a:srgbClr val="102D42"/>
                </a:solidFill>
                <a:latin typeface="Arial"/>
                <a:ea typeface="Arial"/>
                <a:cs typeface="Arial"/>
              </a:defRPr>
            </a:pPr>
            <a:r>
              <a:rPr sz="1725" b="1">
                <a:solidFill>
                  <a:srgbClr val="102D42"/>
                </a:solidFill>
                <a:latin typeface="Arial"/>
                <a:ea typeface="Arial"/>
                <a:cs typeface="Arial"/>
              </a:rPr>
              <a:t>resource version  +  reviewer role</a:t>
            </a:r>
          </a:p>
          <a:p xmlns:a="http://schemas.openxmlformats.org/drawingml/2006/main">
            <a:pPr algn="ctr">
              <a:defRPr sz="1725" b="1">
                <a:solidFill>
                  <a:srgbClr val="102D42"/>
                </a:solidFill>
                <a:latin typeface="Arial"/>
                <a:ea typeface="Arial"/>
                <a:cs typeface="Arial"/>
              </a:defRPr>
            </a:pPr>
            <a:r>
              <a:rPr sz="1725" b="1">
                <a:solidFill>
                  <a:srgbClr val="102D42"/>
                </a:solidFill>
                <a:latin typeface="Arial"/>
                <a:ea typeface="Arial"/>
                <a:cs typeface="Arial"/>
              </a:rPr>
              <a:t>audience  +  expiry</a:t>
            </a:r>
          </a:p>
        </p:txBody>
      </p:sp>
      <p:sp>
        <p:nvSpPr>
          <p:cNvPr id="8" name="">
            <a:extLst xmlns:a="http://schemas.openxmlformats.org/drawingml/2006/main">
              <a:ext uri="{FF2B5EF4-FFF2-40B4-BE49-F238E27FC236}">
                <a16:creationId xmlns:a16="http://schemas.microsoft.com/office/drawing/2014/main" id="{C6147773-23B3-4038-92FD-E7DD5994433E}"/>
              </a:ext>
            </a:extLst>
          </p:cNvPr>
          <p:cNvSpPr>
            <a:spLocks xmlns:a="http://schemas.openxmlformats.org/drawingml/2006/main" noGrp="1"/>
          </p:cNvSpPr>
          <p:nvPr/>
        </p:nvSpPr>
        <p:spPr>
          <a:xfrm xmlns:a="http://schemas.openxmlformats.org/drawingml/2006/main">
            <a:off x="1952625" y="4533900"/>
            <a:ext cx="2047875" cy="342900"/>
          </a:xfrm>
          <a:prstGeom xmlns:a="http://schemas.openxmlformats.org/drawingml/2006/main" prst="roundRect">
            <a:avLst>
              <a:gd name="adj" fmla="val 22222"/>
            </a:avLst>
          </a:prstGeom>
          <a:solidFill xmlns:a="http://schemas.openxmlformats.org/drawingml/2006/main">
            <a:srgbClr val="DCEBFA"/>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2DBBF715-622F-4301-BA73-A6348E9F30FC}"/>
              </a:ext>
            </a:extLst>
          </p:cNvPr>
          <p:cNvSpPr>
            <a:spLocks xmlns:a="http://schemas.openxmlformats.org/drawingml/2006/main" noGrp="1"/>
          </p:cNvSpPr>
          <p:nvPr/>
        </p:nvSpPr>
        <p:spPr>
          <a:xfrm xmlns:a="http://schemas.openxmlformats.org/drawingml/2006/main">
            <a:off x="1952625" y="4543425"/>
            <a:ext cx="20478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ctr">
              <a:defRPr sz="1125" b="1">
                <a:solidFill>
                  <a:srgbClr val="3977A8"/>
                </a:solidFill>
                <a:latin typeface="Arial"/>
                <a:ea typeface="Arial"/>
                <a:cs typeface="Arial"/>
              </a:defRPr>
            </a:pPr>
            <a:r>
              <a:rPr sz="1125" b="1">
                <a:solidFill>
                  <a:srgbClr val="3977A8"/>
                </a:solidFill>
                <a:latin typeface="Arial"/>
                <a:ea typeface="Arial"/>
                <a:cs typeface="Arial"/>
              </a:rPr>
              <a:t>SIGNED APPROVAL</a:t>
            </a:r>
          </a:p>
        </p:txBody>
      </p:sp>
      <p:sp>
        <p:nvSpPr>
          <p:cNvPr id="10" name="">
            <a:extLst xmlns:a="http://schemas.openxmlformats.org/drawingml/2006/main">
              <a:ext uri="{FF2B5EF4-FFF2-40B4-BE49-F238E27FC236}">
                <a16:creationId xmlns:a16="http://schemas.microsoft.com/office/drawing/2014/main" id="{009D5B4C-D4BA-4271-9896-DB85CA239C91}"/>
              </a:ext>
            </a:extLst>
          </p:cNvPr>
          <p:cNvSpPr>
            <a:spLocks xmlns:a="http://schemas.openxmlformats.org/drawingml/2006/main" noGrp="1"/>
          </p:cNvSpPr>
          <p:nvPr/>
        </p:nvSpPr>
        <p:spPr>
          <a:xfrm xmlns:a="http://schemas.openxmlformats.org/drawingml/2006/main">
            <a:off x="5429250" y="2838450"/>
            <a:ext cx="666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ctr">
              <a:defRPr sz="4200" b="1">
                <a:solidFill>
                  <a:srgbClr val="E66A4E"/>
                </a:solidFill>
                <a:latin typeface="Arial"/>
                <a:ea typeface="Arial"/>
                <a:cs typeface="Arial"/>
              </a:defRPr>
            </a:pPr>
            <a:r>
              <a:rPr sz="4200" b="1">
                <a:solidFill>
                  <a:srgbClr val="E66A4E"/>
                </a:solidFill>
                <a:latin typeface="Arial"/>
                <a:ea typeface="Arial"/>
                <a:cs typeface="Arial"/>
              </a:rPr>
              <a:t>›</a:t>
            </a:r>
          </a:p>
        </p:txBody>
      </p:sp>
      <p:sp>
        <p:nvSpPr>
          <p:cNvPr id="11" name="">
            <a:extLst xmlns:a="http://schemas.openxmlformats.org/drawingml/2006/main">
              <a:ext uri="{FF2B5EF4-FFF2-40B4-BE49-F238E27FC236}">
                <a16:creationId xmlns:a16="http://schemas.microsoft.com/office/drawing/2014/main" id="{3E4D5E3B-9402-40EB-A0F4-ECD5FA1B245A}"/>
              </a:ext>
            </a:extLst>
          </p:cNvPr>
          <p:cNvSpPr>
            <a:spLocks xmlns:a="http://schemas.openxmlformats.org/drawingml/2006/main" noGrp="1"/>
          </p:cNvSpPr>
          <p:nvPr/>
        </p:nvSpPr>
        <p:spPr>
          <a:xfrm xmlns:a="http://schemas.openxmlformats.org/drawingml/2006/main">
            <a:off x="6191250" y="1657350"/>
            <a:ext cx="5334000" cy="3648075"/>
          </a:xfrm>
          <a:prstGeom xmlns:a="http://schemas.openxmlformats.org/drawingml/2006/main" prst="roundRect">
            <a:avLst>
              <a:gd name="adj" fmla="val 2089"/>
            </a:avLst>
          </a:prstGeom>
          <a:solidFill xmlns:a="http://schemas.openxmlformats.org/drawingml/2006/main">
            <a:srgbClr val="F5F7F8"/>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AE0545E9-E479-4A69-BC8D-752DC3689792}"/>
              </a:ext>
            </a:extLst>
          </p:cNvPr>
          <p:cNvSpPr>
            <a:spLocks xmlns:a="http://schemas.openxmlformats.org/drawingml/2006/main" noGrp="1"/>
          </p:cNvSpPr>
          <p:nvPr/>
        </p:nvSpPr>
        <p:spPr>
          <a:xfrm xmlns:a="http://schemas.openxmlformats.org/drawingml/2006/main">
            <a:off x="6477000" y="1905000"/>
            <a:ext cx="447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defRPr sz="1125" b="1">
                <a:solidFill>
                  <a:srgbClr val="007F7A"/>
                </a:solidFill>
                <a:latin typeface="Arial"/>
                <a:ea typeface="Arial"/>
                <a:cs typeface="Arial"/>
              </a:defRPr>
            </a:pPr>
            <a:r>
              <a:rPr sz="1125" b="1">
                <a:solidFill>
                  <a:srgbClr val="007F7A"/>
                </a:solidFill>
                <a:latin typeface="Arial"/>
                <a:ea typeface="Arial"/>
                <a:cs typeface="Arial"/>
              </a:rPr>
              <a:t>THE EXECUTOR RECHECKS</a:t>
            </a:r>
          </a:p>
        </p:txBody>
      </p:sp>
      <p:sp>
        <p:nvSpPr>
          <p:cNvPr id="13" name="">
            <a:extLst xmlns:a="http://schemas.openxmlformats.org/drawingml/2006/main">
              <a:ext uri="{FF2B5EF4-FFF2-40B4-BE49-F238E27FC236}">
                <a16:creationId xmlns:a16="http://schemas.microsoft.com/office/drawing/2014/main" id="{9C30B955-1450-4D04-A545-0DBB2664D206}"/>
              </a:ext>
            </a:extLst>
          </p:cNvPr>
          <p:cNvSpPr>
            <a:spLocks xmlns:a="http://schemas.openxmlformats.org/drawingml/2006/main" noGrp="1"/>
          </p:cNvSpPr>
          <p:nvPr/>
        </p:nvSpPr>
        <p:spPr>
          <a:xfrm xmlns:a="http://schemas.openxmlformats.org/drawingml/2006/main">
            <a:off x="6477000" y="2419350"/>
            <a:ext cx="447675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defRPr sz="1650" b="0">
                <a:solidFill>
                  <a:srgbClr val="26343D"/>
                </a:solidFill>
                <a:latin typeface="Arial"/>
                <a:ea typeface="Arial"/>
                <a:cs typeface="Arial"/>
              </a:defRPr>
            </a:pPr>
            <a:r>
              <a:rPr sz="1650" b="0">
                <a:solidFill>
                  <a:srgbClr val="26343D"/>
                </a:solidFill>
                <a:latin typeface="Arial"/>
                <a:ea typeface="Arial"/>
                <a:cs typeface="Arial"/>
              </a:rPr>
              <a:t>✓ signature and expiry</a:t>
            </a:r>
          </a:p>
          <a:p xmlns:a="http://schemas.openxmlformats.org/drawingml/2006/main">
            <a:pPr algn="l">
              <a:defRPr sz="1650" b="0">
                <a:solidFill>
                  <a:srgbClr val="26343D"/>
                </a:solidFill>
                <a:latin typeface="Arial"/>
                <a:ea typeface="Arial"/>
                <a:cs typeface="Arial"/>
              </a:defRPr>
            </a:pPr>
            <a:r>
              <a:rPr sz="1650" b="0">
                <a:solidFill>
                  <a:srgbClr val="26343D"/>
                </a:solidFill>
                <a:latin typeface="Arial"/>
                <a:ea typeface="Arial"/>
                <a:cs typeface="Arial"/>
              </a:rPr>
              <a:t>✓ exact payload and current version</a:t>
            </a:r>
          </a:p>
          <a:p xmlns:a="http://schemas.openxmlformats.org/drawingml/2006/main">
            <a:pPr algn="l">
              <a:defRPr sz="1650" b="0">
                <a:solidFill>
                  <a:srgbClr val="26343D"/>
                </a:solidFill>
                <a:latin typeface="Arial"/>
                <a:ea typeface="Arial"/>
                <a:cs typeface="Arial"/>
              </a:defRPr>
            </a:pPr>
            <a:r>
              <a:rPr sz="1650" b="0">
                <a:solidFill>
                  <a:srgbClr val="26343D"/>
                </a:solidFill>
                <a:latin typeface="Arial"/>
                <a:ea typeface="Arial"/>
                <a:cs typeface="Arial"/>
              </a:rPr>
              <a:t>✓ reviewer role and audience</a:t>
            </a:r>
          </a:p>
          <a:p xmlns:a="http://schemas.openxmlformats.org/drawingml/2006/main">
            <a:pPr algn="l">
              <a:defRPr sz="1650" b="0">
                <a:solidFill>
                  <a:srgbClr val="26343D"/>
                </a:solidFill>
                <a:latin typeface="Arial"/>
                <a:ea typeface="Arial"/>
                <a:cs typeface="Arial"/>
              </a:defRPr>
            </a:pPr>
            <a:r>
              <a:rPr sz="1650" b="0">
                <a:solidFill>
                  <a:srgbClr val="26343D"/>
                </a:solidFill>
                <a:latin typeface="Arial"/>
                <a:ea typeface="Arial"/>
                <a:cs typeface="Arial"/>
              </a:rPr>
              <a:t>✓ policy-derived review class</a:t>
            </a:r>
          </a:p>
          <a:p xmlns:a="http://schemas.openxmlformats.org/drawingml/2006/main">
            <a:pPr algn="l">
              <a:defRPr sz="1650" b="0">
                <a:solidFill>
                  <a:srgbClr val="26343D"/>
                </a:solidFill>
                <a:latin typeface="Arial"/>
                <a:ea typeface="Arial"/>
                <a:cs typeface="Arial"/>
              </a:defRPr>
            </a:pPr>
            <a:r>
              <a:rPr sz="1650" b="0">
                <a:solidFill>
                  <a:srgbClr val="26343D"/>
                </a:solidFill>
                <a:latin typeface="Arial"/>
                <a:ea typeface="Arial"/>
                <a:cs typeface="Arial"/>
              </a:rPr>
              <a:t>✓ request replay and outcome state</a:t>
            </a:r>
          </a:p>
        </p:txBody>
      </p:sp>
      <p:sp>
        <p:nvSpPr>
          <p:cNvPr id="14" name="">
            <a:extLst xmlns:a="http://schemas.openxmlformats.org/drawingml/2006/main">
              <a:ext uri="{FF2B5EF4-FFF2-40B4-BE49-F238E27FC236}">
                <a16:creationId xmlns:a16="http://schemas.microsoft.com/office/drawing/2014/main" id="{CCAD15B8-8DF1-42B8-9DE7-855EB1E04521}"/>
              </a:ext>
            </a:extLst>
          </p:cNvPr>
          <p:cNvSpPr>
            <a:spLocks xmlns:a="http://schemas.openxmlformats.org/drawingml/2006/main" noGrp="1"/>
          </p:cNvSpPr>
          <p:nvPr/>
        </p:nvSpPr>
        <p:spPr>
          <a:xfrm xmlns:a="http://schemas.openxmlformats.org/drawingml/2006/main">
            <a:off x="6553200" y="4610100"/>
            <a:ext cx="1905000" cy="457200"/>
          </a:xfrm>
          <a:prstGeom xmlns:a="http://schemas.openxmlformats.org/drawingml/2006/main" prst="roundRect">
            <a:avLst>
              <a:gd name="adj" fmla="val 16667"/>
            </a:avLst>
          </a:prstGeom>
          <a:solidFill xmlns:a="http://schemas.openxmlformats.org/drawingml/2006/main">
            <a:srgbClr val="DFF1E8"/>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E65963C2-EBCD-49F8-8890-C7682C8092B4}"/>
              </a:ext>
            </a:extLst>
          </p:cNvPr>
          <p:cNvSpPr>
            <a:spLocks xmlns:a="http://schemas.openxmlformats.org/drawingml/2006/main" noGrp="1"/>
          </p:cNvSpPr>
          <p:nvPr/>
        </p:nvSpPr>
        <p:spPr>
          <a:xfrm xmlns:a="http://schemas.openxmlformats.org/drawingml/2006/main">
            <a:off x="6610350" y="4676775"/>
            <a:ext cx="1790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ctr">
              <a:defRPr sz="1125" b="1">
                <a:solidFill>
                  <a:srgbClr val="32876B"/>
                </a:solidFill>
                <a:latin typeface="Arial"/>
                <a:ea typeface="Arial"/>
                <a:cs typeface="Arial"/>
              </a:defRPr>
            </a:pPr>
            <a:r>
              <a:rPr sz="1125" b="1">
                <a:solidFill>
                  <a:srgbClr val="32876B"/>
                </a:solidFill>
                <a:latin typeface="Arial"/>
                <a:ea typeface="Arial"/>
                <a:cs typeface="Arial"/>
              </a:rPr>
              <a:t>MATCH → EXECUTE</a:t>
            </a:r>
          </a:p>
        </p:txBody>
      </p:sp>
      <p:sp>
        <p:nvSpPr>
          <p:cNvPr id="16" name="">
            <a:extLst xmlns:a="http://schemas.openxmlformats.org/drawingml/2006/main">
              <a:ext uri="{FF2B5EF4-FFF2-40B4-BE49-F238E27FC236}">
                <a16:creationId xmlns:a16="http://schemas.microsoft.com/office/drawing/2014/main" id="{2E781DF6-7B6B-490E-82CF-4348AA06A477}"/>
              </a:ext>
            </a:extLst>
          </p:cNvPr>
          <p:cNvSpPr>
            <a:spLocks xmlns:a="http://schemas.openxmlformats.org/drawingml/2006/main" noGrp="1"/>
          </p:cNvSpPr>
          <p:nvPr/>
        </p:nvSpPr>
        <p:spPr>
          <a:xfrm xmlns:a="http://schemas.openxmlformats.org/drawingml/2006/main">
            <a:off x="8763000" y="4610100"/>
            <a:ext cx="2333625" cy="457200"/>
          </a:xfrm>
          <a:prstGeom xmlns:a="http://schemas.openxmlformats.org/drawingml/2006/main" prst="roundRect">
            <a:avLst>
              <a:gd name="adj" fmla="val 16667"/>
            </a:avLst>
          </a:prstGeom>
          <a:solidFill xmlns:a="http://schemas.openxmlformats.org/drawingml/2006/main">
            <a:srgbClr val="F7E4E0"/>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09E143F2-B5B9-4D9B-84C0-21D8AA53CF39}"/>
              </a:ext>
            </a:extLst>
          </p:cNvPr>
          <p:cNvSpPr>
            <a:spLocks xmlns:a="http://schemas.openxmlformats.org/drawingml/2006/main" noGrp="1"/>
          </p:cNvSpPr>
          <p:nvPr/>
        </p:nvSpPr>
        <p:spPr>
          <a:xfrm xmlns:a="http://schemas.openxmlformats.org/drawingml/2006/main">
            <a:off x="8829675" y="4676775"/>
            <a:ext cx="2190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ctr">
              <a:defRPr sz="1125" b="1">
                <a:solidFill>
                  <a:srgbClr val="B84F43"/>
                </a:solidFill>
                <a:latin typeface="Arial"/>
                <a:ea typeface="Arial"/>
                <a:cs typeface="Arial"/>
              </a:defRPr>
            </a:pPr>
            <a:r>
              <a:rPr sz="1125" b="1">
                <a:solidFill>
                  <a:srgbClr val="B84F43"/>
                </a:solidFill>
                <a:latin typeface="Arial"/>
                <a:ea typeface="Arial"/>
                <a:cs typeface="Arial"/>
              </a:rPr>
              <a:t>MISMATCH → DENY</a:t>
            </a:r>
          </a:p>
        </p:txBody>
      </p:sp>
    </p:spTree>
    <p:extLst>
      <p:ext uri="{BB962C8B-B14F-4D97-AF65-F5344CB8AC3E}">
        <p14:creationId xmlns:p14="http://schemas.microsoft.com/office/powerpoint/2010/main" val="1532286427"/>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CF79F635-92F4-4C61-A963-A69A923F5B8E}"/>
              </a:ext>
            </a:extLst>
          </p:cNvPr>
          <p:cNvSpPr>
            <a:spLocks xmlns:a="http://schemas.openxmlformats.org/drawingml/2006/main" noGrp="1"/>
          </p:cNvSpPr>
          <p:nvPr/>
        </p:nvSpPr>
        <p:spPr>
          <a:xfrm xmlns:a="http://schemas.openxmlformats.org/drawingml/2006/main">
            <a:off x="571500" y="285750"/>
            <a:ext cx="428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defRPr sz="975" b="1">
                <a:solidFill>
                  <a:srgbClr val="007F7A"/>
                </a:solidFill>
                <a:latin typeface="Arial"/>
                <a:ea typeface="Arial"/>
                <a:cs typeface="Arial"/>
              </a:defRPr>
            </a:pPr>
            <a:r>
              <a:rPr sz="975" b="1">
                <a:solidFill>
                  <a:srgbClr val="007F7A"/>
                </a:solidFill>
                <a:latin typeface="Arial"/>
                <a:ea typeface="Arial"/>
                <a:cs typeface="Arial"/>
              </a:rPr>
              <a:t>60-SECOND DEMONSTRATION</a:t>
            </a:r>
          </a:p>
        </p:txBody>
      </p:sp>
      <p:sp>
        <p:nvSpPr>
          <p:cNvPr id="2" name="">
            <a:extLst xmlns:a="http://schemas.openxmlformats.org/drawingml/2006/main">
              <a:ext uri="{FF2B5EF4-FFF2-40B4-BE49-F238E27FC236}">
                <a16:creationId xmlns:a16="http://schemas.microsoft.com/office/drawing/2014/main" id="{B901D5AD-B5DC-45E2-A565-3F321E85C427}"/>
              </a:ext>
            </a:extLst>
          </p:cNvPr>
          <p:cNvSpPr>
            <a:spLocks xmlns:a="http://schemas.openxmlformats.org/drawingml/2006/main" noGrp="1"/>
          </p:cNvSpPr>
          <p:nvPr/>
        </p:nvSpPr>
        <p:spPr>
          <a:xfrm xmlns:a="http://schemas.openxmlformats.org/drawingml/2006/main">
            <a:off x="571500" y="552450"/>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defRPr sz="2550" b="1">
                <a:solidFill>
                  <a:srgbClr val="102D42"/>
                </a:solidFill>
                <a:latin typeface="Arial"/>
                <a:ea typeface="Arial"/>
                <a:cs typeface="Arial"/>
              </a:defRPr>
            </a:pPr>
            <a:r>
              <a:rPr sz="2550" b="1">
                <a:solidFill>
                  <a:srgbClr val="102D42"/>
                </a:solidFill>
                <a:latin typeface="Arial"/>
                <a:ea typeface="Arial"/>
                <a:cs typeface="Arial"/>
              </a:rPr>
              <a:t>Change the approved payload; watch the boundary hold</a:t>
            </a:r>
          </a:p>
        </p:txBody>
      </p:sp>
      <p:sp>
        <p:nvSpPr>
          <p:cNvPr id="3" name="">
            <a:extLst xmlns:a="http://schemas.openxmlformats.org/drawingml/2006/main">
              <a:ext uri="{FF2B5EF4-FFF2-40B4-BE49-F238E27FC236}">
                <a16:creationId xmlns:a16="http://schemas.microsoft.com/office/drawing/2014/main" id="{EB26430E-E5F4-46E3-B1AD-9A42C27A4E64}"/>
              </a:ext>
            </a:extLst>
          </p:cNvPr>
          <p:cNvSpPr>
            <a:spLocks xmlns:a="http://schemas.openxmlformats.org/drawingml/2006/main" noGrp="1"/>
          </p:cNvSpPr>
          <p:nvPr/>
        </p:nvSpPr>
        <p:spPr>
          <a:xfrm xmlns:a="http://schemas.openxmlformats.org/drawingml/2006/main">
            <a:off x="571500" y="1200150"/>
            <a:ext cx="11049000" cy="19050"/>
          </a:xfrm>
          <a:prstGeom xmlns:a="http://schemas.openxmlformats.org/drawingml/2006/main" prst="rect">
            <a:avLst/>
          </a:prstGeom>
          <a:solidFill xmlns:a="http://schemas.openxmlformats.org/drawingml/2006/main">
            <a:srgbClr val="CCD8DE"/>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5E3C53ED-8667-4CB5-A3AC-228596086966}"/>
              </a:ext>
            </a:extLst>
          </p:cNvPr>
          <p:cNvSpPr>
            <a:spLocks xmlns:a="http://schemas.openxmlformats.org/drawingml/2006/main" noGrp="1"/>
          </p:cNvSpPr>
          <p:nvPr/>
        </p:nvSpPr>
        <p:spPr>
          <a:xfrm xmlns:a="http://schemas.openxmlformats.org/drawingml/2006/main">
            <a:off x="11049000" y="6496050"/>
            <a:ext cx="571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r">
              <a:defRPr sz="825" b="0">
                <a:solidFill>
                  <a:srgbClr val="667985"/>
                </a:solidFill>
                <a:latin typeface="Arial"/>
                <a:ea typeface="Arial"/>
                <a:cs typeface="Arial"/>
              </a:defRPr>
            </a:pPr>
            <a:r>
              <a:rPr sz="825" b="0">
                <a:solidFill>
                  <a:srgbClr val="667985"/>
                </a:solidFill>
                <a:latin typeface="Arial"/>
                <a:ea typeface="Arial"/>
                <a:cs typeface="Arial"/>
              </a:rPr>
              <a:t>07</a:t>
            </a:r>
          </a:p>
        </p:txBody>
      </p:sp>
      <p:sp>
        <p:nvSpPr>
          <p:cNvPr id="5" name="">
            <a:extLst xmlns:a="http://schemas.openxmlformats.org/drawingml/2006/main">
              <a:ext uri="{FF2B5EF4-FFF2-40B4-BE49-F238E27FC236}">
                <a16:creationId xmlns:a16="http://schemas.microsoft.com/office/drawing/2014/main" id="{5EDF46C3-E231-4391-A8D1-A0441DD74A1B}"/>
              </a:ext>
            </a:extLst>
          </p:cNvPr>
          <p:cNvSpPr>
            <a:spLocks xmlns:a="http://schemas.openxmlformats.org/drawingml/2006/main" noGrp="1"/>
          </p:cNvSpPr>
          <p:nvPr/>
        </p:nvSpPr>
        <p:spPr>
          <a:xfrm xmlns:a="http://schemas.openxmlformats.org/drawingml/2006/main">
            <a:off x="571500" y="1952625"/>
            <a:ext cx="2571750" cy="2362200"/>
          </a:xfrm>
          <a:prstGeom xmlns:a="http://schemas.openxmlformats.org/drawingml/2006/main" prst="roundRect">
            <a:avLst>
              <a:gd name="adj" fmla="val 3226"/>
            </a:avLst>
          </a:prstGeom>
          <a:solidFill xmlns:a="http://schemas.openxmlformats.org/drawingml/2006/main">
            <a:srgbClr val="F5F7F8"/>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7C22C9B6-03FE-49B7-80CD-F2CE91105492}"/>
              </a:ext>
            </a:extLst>
          </p:cNvPr>
          <p:cNvSpPr>
            <a:spLocks xmlns:a="http://schemas.openxmlformats.org/drawingml/2006/main" noGrp="1"/>
          </p:cNvSpPr>
          <p:nvPr/>
        </p:nvSpPr>
        <p:spPr>
          <a:xfrm xmlns:a="http://schemas.openxmlformats.org/drawingml/2006/main">
            <a:off x="742950" y="2133600"/>
            <a:ext cx="438150" cy="342900"/>
          </a:xfrm>
          <a:prstGeom xmlns:a="http://schemas.openxmlformats.org/drawingml/2006/main" prst="roundRect">
            <a:avLst>
              <a:gd name="adj" fmla="val 22222"/>
            </a:avLst>
          </a:prstGeom>
          <a:solidFill xmlns:a="http://schemas.openxmlformats.org/drawingml/2006/main">
            <a:srgbClr val="E8F3F2"/>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DB50110A-369B-4BC7-8A7C-27828C6A1A90}"/>
              </a:ext>
            </a:extLst>
          </p:cNvPr>
          <p:cNvSpPr>
            <a:spLocks xmlns:a="http://schemas.openxmlformats.org/drawingml/2006/main" noGrp="1"/>
          </p:cNvSpPr>
          <p:nvPr/>
        </p:nvSpPr>
        <p:spPr>
          <a:xfrm xmlns:a="http://schemas.openxmlformats.org/drawingml/2006/main">
            <a:off x="742950" y="2143125"/>
            <a:ext cx="4381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ctr">
              <a:defRPr sz="1125" b="1">
                <a:solidFill>
                  <a:srgbClr val="007F7A"/>
                </a:solidFill>
                <a:latin typeface="Arial"/>
                <a:ea typeface="Arial"/>
                <a:cs typeface="Arial"/>
              </a:defRPr>
            </a:pPr>
            <a:r>
              <a:rPr sz="1125" b="1">
                <a:solidFill>
                  <a:srgbClr val="007F7A"/>
                </a:solidFill>
                <a:latin typeface="Arial"/>
                <a:ea typeface="Arial"/>
                <a:cs typeface="Arial"/>
              </a:rPr>
              <a:t>1</a:t>
            </a:r>
          </a:p>
        </p:txBody>
      </p:sp>
      <p:sp>
        <p:nvSpPr>
          <p:cNvPr id="8" name="">
            <a:extLst xmlns:a="http://schemas.openxmlformats.org/drawingml/2006/main">
              <a:ext uri="{FF2B5EF4-FFF2-40B4-BE49-F238E27FC236}">
                <a16:creationId xmlns:a16="http://schemas.microsoft.com/office/drawing/2014/main" id="{A99912BA-4B64-4313-9E28-E7DD20315759}"/>
              </a:ext>
            </a:extLst>
          </p:cNvPr>
          <p:cNvSpPr>
            <a:spLocks xmlns:a="http://schemas.openxmlformats.org/drawingml/2006/main" noGrp="1"/>
          </p:cNvSpPr>
          <p:nvPr/>
        </p:nvSpPr>
        <p:spPr>
          <a:xfrm xmlns:a="http://schemas.openxmlformats.org/drawingml/2006/main">
            <a:off x="762000" y="2743200"/>
            <a:ext cx="2190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defRPr sz="1350" b="1">
                <a:solidFill>
                  <a:srgbClr val="102D42"/>
                </a:solidFill>
                <a:latin typeface="Arial"/>
                <a:ea typeface="Arial"/>
                <a:cs typeface="Arial"/>
              </a:defRPr>
            </a:pPr>
            <a:r>
              <a:rPr sz="1350" b="1">
                <a:solidFill>
                  <a:srgbClr val="102D42"/>
                </a:solidFill>
                <a:latin typeface="Arial"/>
                <a:ea typeface="Arial"/>
                <a:cs typeface="Arial"/>
              </a:rPr>
              <a:t>PROPOSE</a:t>
            </a:r>
          </a:p>
        </p:txBody>
      </p:sp>
      <p:sp>
        <p:nvSpPr>
          <p:cNvPr id="9" name="">
            <a:extLst xmlns:a="http://schemas.openxmlformats.org/drawingml/2006/main">
              <a:ext uri="{FF2B5EF4-FFF2-40B4-BE49-F238E27FC236}">
                <a16:creationId xmlns:a16="http://schemas.microsoft.com/office/drawing/2014/main" id="{BD7A629F-3E20-4456-B132-1D85CE47BE70}"/>
              </a:ext>
            </a:extLst>
          </p:cNvPr>
          <p:cNvSpPr>
            <a:spLocks xmlns:a="http://schemas.openxmlformats.org/drawingml/2006/main" noGrp="1"/>
          </p:cNvSpPr>
          <p:nvPr/>
        </p:nvSpPr>
        <p:spPr>
          <a:xfrm xmlns:a="http://schemas.openxmlformats.org/drawingml/2006/main">
            <a:off x="762000" y="3286125"/>
            <a:ext cx="2190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ctr">
              <a:defRPr sz="1350" b="0">
                <a:solidFill>
                  <a:srgbClr val="26343D"/>
                </a:solidFill>
                <a:latin typeface="Arial"/>
                <a:ea typeface="Arial"/>
                <a:cs typeface="Arial"/>
              </a:defRPr>
            </a:pPr>
            <a:r>
              <a:rPr sz="1350" b="0">
                <a:solidFill>
                  <a:srgbClr val="26343D"/>
                </a:solidFill>
                <a:latin typeface="Arial"/>
                <a:ea typeface="Arial"/>
                <a:cs typeface="Arial"/>
              </a:rPr>
              <a:t>S-104: draft → ready for review</a:t>
            </a:r>
          </a:p>
        </p:txBody>
      </p:sp>
      <p:sp>
        <p:nvSpPr>
          <p:cNvPr id="10" name="">
            <a:extLst xmlns:a="http://schemas.openxmlformats.org/drawingml/2006/main">
              <a:ext uri="{FF2B5EF4-FFF2-40B4-BE49-F238E27FC236}">
                <a16:creationId xmlns:a16="http://schemas.microsoft.com/office/drawing/2014/main" id="{43B9D304-2A7A-4523-930A-C6379C3A51C7}"/>
              </a:ext>
            </a:extLst>
          </p:cNvPr>
          <p:cNvSpPr>
            <a:spLocks xmlns:a="http://schemas.openxmlformats.org/drawingml/2006/main" noGrp="1"/>
          </p:cNvSpPr>
          <p:nvPr/>
        </p:nvSpPr>
        <p:spPr>
          <a:xfrm xmlns:a="http://schemas.openxmlformats.org/drawingml/2006/main">
            <a:off x="3457575" y="1952625"/>
            <a:ext cx="2571750" cy="2362200"/>
          </a:xfrm>
          <a:prstGeom xmlns:a="http://schemas.openxmlformats.org/drawingml/2006/main" prst="roundRect">
            <a:avLst>
              <a:gd name="adj" fmla="val 3226"/>
            </a:avLst>
          </a:prstGeom>
          <a:solidFill xmlns:a="http://schemas.openxmlformats.org/drawingml/2006/main">
            <a:srgbClr val="F5F7F8"/>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A1572E8D-BCE5-4BE4-961F-358CA336456D}"/>
              </a:ext>
            </a:extLst>
          </p:cNvPr>
          <p:cNvSpPr>
            <a:spLocks xmlns:a="http://schemas.openxmlformats.org/drawingml/2006/main" noGrp="1"/>
          </p:cNvSpPr>
          <p:nvPr/>
        </p:nvSpPr>
        <p:spPr>
          <a:xfrm xmlns:a="http://schemas.openxmlformats.org/drawingml/2006/main">
            <a:off x="3629025" y="2133600"/>
            <a:ext cx="438150" cy="342900"/>
          </a:xfrm>
          <a:prstGeom xmlns:a="http://schemas.openxmlformats.org/drawingml/2006/main" prst="roundRect">
            <a:avLst>
              <a:gd name="adj" fmla="val 22222"/>
            </a:avLst>
          </a:prstGeom>
          <a:solidFill xmlns:a="http://schemas.openxmlformats.org/drawingml/2006/main">
            <a:srgbClr val="E8F3F2"/>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A3505AB7-C5C3-4EAF-B9BD-DF3F5429749E}"/>
              </a:ext>
            </a:extLst>
          </p:cNvPr>
          <p:cNvSpPr>
            <a:spLocks xmlns:a="http://schemas.openxmlformats.org/drawingml/2006/main" noGrp="1"/>
          </p:cNvSpPr>
          <p:nvPr/>
        </p:nvSpPr>
        <p:spPr>
          <a:xfrm xmlns:a="http://schemas.openxmlformats.org/drawingml/2006/main">
            <a:off x="3629025" y="2143125"/>
            <a:ext cx="4381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ctr">
              <a:defRPr sz="1125" b="1">
                <a:solidFill>
                  <a:srgbClr val="007F7A"/>
                </a:solidFill>
                <a:latin typeface="Arial"/>
                <a:ea typeface="Arial"/>
                <a:cs typeface="Arial"/>
              </a:defRPr>
            </a:pPr>
            <a:r>
              <a:rPr sz="1125" b="1">
                <a:solidFill>
                  <a:srgbClr val="007F7A"/>
                </a:solidFill>
                <a:latin typeface="Arial"/>
                <a:ea typeface="Arial"/>
                <a:cs typeface="Arial"/>
              </a:rPr>
              <a:t>2</a:t>
            </a:r>
          </a:p>
        </p:txBody>
      </p:sp>
      <p:sp>
        <p:nvSpPr>
          <p:cNvPr id="13" name="">
            <a:extLst xmlns:a="http://schemas.openxmlformats.org/drawingml/2006/main">
              <a:ext uri="{FF2B5EF4-FFF2-40B4-BE49-F238E27FC236}">
                <a16:creationId xmlns:a16="http://schemas.microsoft.com/office/drawing/2014/main" id="{DFFE7DB4-9948-4989-9DC9-199EE86FC984}"/>
              </a:ext>
            </a:extLst>
          </p:cNvPr>
          <p:cNvSpPr>
            <a:spLocks xmlns:a="http://schemas.openxmlformats.org/drawingml/2006/main" noGrp="1"/>
          </p:cNvSpPr>
          <p:nvPr/>
        </p:nvSpPr>
        <p:spPr>
          <a:xfrm xmlns:a="http://schemas.openxmlformats.org/drawingml/2006/main">
            <a:off x="3648075" y="2743200"/>
            <a:ext cx="2190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defRPr sz="1350" b="1">
                <a:solidFill>
                  <a:srgbClr val="102D42"/>
                </a:solidFill>
                <a:latin typeface="Arial"/>
                <a:ea typeface="Arial"/>
                <a:cs typeface="Arial"/>
              </a:defRPr>
            </a:pPr>
            <a:r>
              <a:rPr sz="1350" b="1">
                <a:solidFill>
                  <a:srgbClr val="102D42"/>
                </a:solidFill>
                <a:latin typeface="Arial"/>
                <a:ea typeface="Arial"/>
                <a:cs typeface="Arial"/>
              </a:rPr>
              <a:t>APPROVE</a:t>
            </a:r>
          </a:p>
        </p:txBody>
      </p:sp>
      <p:sp>
        <p:nvSpPr>
          <p:cNvPr id="14" name="">
            <a:extLst xmlns:a="http://schemas.openxmlformats.org/drawingml/2006/main">
              <a:ext uri="{FF2B5EF4-FFF2-40B4-BE49-F238E27FC236}">
                <a16:creationId xmlns:a16="http://schemas.microsoft.com/office/drawing/2014/main" id="{28747667-DF55-4C2B-A134-655BF00C6DD1}"/>
              </a:ext>
            </a:extLst>
          </p:cNvPr>
          <p:cNvSpPr>
            <a:spLocks xmlns:a="http://schemas.openxmlformats.org/drawingml/2006/main" noGrp="1"/>
          </p:cNvSpPr>
          <p:nvPr/>
        </p:nvSpPr>
        <p:spPr>
          <a:xfrm xmlns:a="http://schemas.openxmlformats.org/drawingml/2006/main">
            <a:off x="3648075" y="3286125"/>
            <a:ext cx="2190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ctr">
              <a:defRPr sz="1350" b="0">
                <a:solidFill>
                  <a:srgbClr val="26343D"/>
                </a:solidFill>
                <a:latin typeface="Arial"/>
                <a:ea typeface="Arial"/>
                <a:cs typeface="Arial"/>
              </a:defRPr>
            </a:pPr>
            <a:r>
              <a:rPr sz="1350" b="0">
                <a:solidFill>
                  <a:srgbClr val="26343D"/>
                </a:solidFill>
                <a:latin typeface="Arial"/>
                <a:ea typeface="Arial"/>
                <a:cs typeface="Arial"/>
              </a:rPr>
              <a:t>Officer signs the exact digest</a:t>
            </a:r>
          </a:p>
        </p:txBody>
      </p:sp>
      <p:sp>
        <p:nvSpPr>
          <p:cNvPr id="15" name="">
            <a:extLst xmlns:a="http://schemas.openxmlformats.org/drawingml/2006/main">
              <a:ext uri="{FF2B5EF4-FFF2-40B4-BE49-F238E27FC236}">
                <a16:creationId xmlns:a16="http://schemas.microsoft.com/office/drawing/2014/main" id="{3E9420BF-B57E-48F8-9943-C453C181A9F1}"/>
              </a:ext>
            </a:extLst>
          </p:cNvPr>
          <p:cNvSpPr>
            <a:spLocks xmlns:a="http://schemas.openxmlformats.org/drawingml/2006/main" noGrp="1"/>
          </p:cNvSpPr>
          <p:nvPr/>
        </p:nvSpPr>
        <p:spPr>
          <a:xfrm xmlns:a="http://schemas.openxmlformats.org/drawingml/2006/main">
            <a:off x="6343650" y="1952625"/>
            <a:ext cx="2571750" cy="2362200"/>
          </a:xfrm>
          <a:prstGeom xmlns:a="http://schemas.openxmlformats.org/drawingml/2006/main" prst="roundRect">
            <a:avLst>
              <a:gd name="adj" fmla="val 3226"/>
            </a:avLst>
          </a:prstGeom>
          <a:solidFill xmlns:a="http://schemas.openxmlformats.org/drawingml/2006/main">
            <a:srgbClr val="FBEDE9"/>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E38ABECA-A293-4BC0-B0FF-DFD00202B67E}"/>
              </a:ext>
            </a:extLst>
          </p:cNvPr>
          <p:cNvSpPr>
            <a:spLocks xmlns:a="http://schemas.openxmlformats.org/drawingml/2006/main" noGrp="1"/>
          </p:cNvSpPr>
          <p:nvPr/>
        </p:nvSpPr>
        <p:spPr>
          <a:xfrm xmlns:a="http://schemas.openxmlformats.org/drawingml/2006/main">
            <a:off x="6515100" y="2133600"/>
            <a:ext cx="438150" cy="342900"/>
          </a:xfrm>
          <a:prstGeom xmlns:a="http://schemas.openxmlformats.org/drawingml/2006/main" prst="roundRect">
            <a:avLst>
              <a:gd name="adj" fmla="val 22222"/>
            </a:avLst>
          </a:prstGeom>
          <a:solidFill xmlns:a="http://schemas.openxmlformats.org/drawingml/2006/main">
            <a:srgbClr val="F7DCD4"/>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E7D0B020-A1C0-405D-A656-8248660F060A}"/>
              </a:ext>
            </a:extLst>
          </p:cNvPr>
          <p:cNvSpPr>
            <a:spLocks xmlns:a="http://schemas.openxmlformats.org/drawingml/2006/main" noGrp="1"/>
          </p:cNvSpPr>
          <p:nvPr/>
        </p:nvSpPr>
        <p:spPr>
          <a:xfrm xmlns:a="http://schemas.openxmlformats.org/drawingml/2006/main">
            <a:off x="6515100" y="2143125"/>
            <a:ext cx="4381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ctr">
              <a:defRPr sz="1125" b="1">
                <a:solidFill>
                  <a:srgbClr val="B84F43"/>
                </a:solidFill>
                <a:latin typeface="Arial"/>
                <a:ea typeface="Arial"/>
                <a:cs typeface="Arial"/>
              </a:defRPr>
            </a:pPr>
            <a:r>
              <a:rPr sz="1125" b="1">
                <a:solidFill>
                  <a:srgbClr val="B84F43"/>
                </a:solidFill>
                <a:latin typeface="Arial"/>
                <a:ea typeface="Arial"/>
                <a:cs typeface="Arial"/>
              </a:rPr>
              <a:t>3</a:t>
            </a:r>
          </a:p>
        </p:txBody>
      </p:sp>
      <p:sp>
        <p:nvSpPr>
          <p:cNvPr id="18" name="">
            <a:extLst xmlns:a="http://schemas.openxmlformats.org/drawingml/2006/main">
              <a:ext uri="{FF2B5EF4-FFF2-40B4-BE49-F238E27FC236}">
                <a16:creationId xmlns:a16="http://schemas.microsoft.com/office/drawing/2014/main" id="{AD6CF5C7-2E82-422D-8738-792534346F42}"/>
              </a:ext>
            </a:extLst>
          </p:cNvPr>
          <p:cNvSpPr>
            <a:spLocks xmlns:a="http://schemas.openxmlformats.org/drawingml/2006/main" noGrp="1"/>
          </p:cNvSpPr>
          <p:nvPr/>
        </p:nvSpPr>
        <p:spPr>
          <a:xfrm xmlns:a="http://schemas.openxmlformats.org/drawingml/2006/main">
            <a:off x="6534150" y="2743200"/>
            <a:ext cx="2190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defRPr sz="1350" b="1">
                <a:solidFill>
                  <a:srgbClr val="B84F43"/>
                </a:solidFill>
                <a:latin typeface="Arial"/>
                <a:ea typeface="Arial"/>
                <a:cs typeface="Arial"/>
              </a:defRPr>
            </a:pPr>
            <a:r>
              <a:rPr sz="1350" b="1">
                <a:solidFill>
                  <a:srgbClr val="B84F43"/>
                </a:solidFill>
                <a:latin typeface="Arial"/>
                <a:ea typeface="Arial"/>
                <a:cs typeface="Arial"/>
              </a:rPr>
              <a:t>TAMPER</a:t>
            </a:r>
          </a:p>
        </p:txBody>
      </p:sp>
      <p:sp>
        <p:nvSpPr>
          <p:cNvPr id="19" name="">
            <a:extLst xmlns:a="http://schemas.openxmlformats.org/drawingml/2006/main">
              <a:ext uri="{FF2B5EF4-FFF2-40B4-BE49-F238E27FC236}">
                <a16:creationId xmlns:a16="http://schemas.microsoft.com/office/drawing/2014/main" id="{C1770380-6253-42C0-BDB2-813D5F88F930}"/>
              </a:ext>
            </a:extLst>
          </p:cNvPr>
          <p:cNvSpPr>
            <a:spLocks xmlns:a="http://schemas.openxmlformats.org/drawingml/2006/main" noGrp="1"/>
          </p:cNvSpPr>
          <p:nvPr/>
        </p:nvSpPr>
        <p:spPr>
          <a:xfrm xmlns:a="http://schemas.openxmlformats.org/drawingml/2006/main">
            <a:off x="6534150" y="3286125"/>
            <a:ext cx="2190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ctr">
              <a:defRPr sz="1350" b="0">
                <a:solidFill>
                  <a:srgbClr val="26343D"/>
                </a:solidFill>
                <a:latin typeface="Arial"/>
                <a:ea typeface="Arial"/>
                <a:cs typeface="Arial"/>
              </a:defRPr>
            </a:pPr>
            <a:r>
              <a:rPr sz="1350" b="0">
                <a:solidFill>
                  <a:srgbClr val="26343D"/>
                </a:solidFill>
                <a:latin typeface="Arial"/>
                <a:ea typeface="Arial"/>
                <a:cs typeface="Arial"/>
              </a:rPr>
              <a:t>Change target or requested status</a:t>
            </a:r>
          </a:p>
        </p:txBody>
      </p:sp>
      <p:sp>
        <p:nvSpPr>
          <p:cNvPr id="20" name="">
            <a:extLst xmlns:a="http://schemas.openxmlformats.org/drawingml/2006/main">
              <a:ext uri="{FF2B5EF4-FFF2-40B4-BE49-F238E27FC236}">
                <a16:creationId xmlns:a16="http://schemas.microsoft.com/office/drawing/2014/main" id="{69A7CB54-2A07-47A7-9DFA-7BE6552E8566}"/>
              </a:ext>
            </a:extLst>
          </p:cNvPr>
          <p:cNvSpPr>
            <a:spLocks xmlns:a="http://schemas.openxmlformats.org/drawingml/2006/main" noGrp="1"/>
          </p:cNvSpPr>
          <p:nvPr/>
        </p:nvSpPr>
        <p:spPr>
          <a:xfrm xmlns:a="http://schemas.openxmlformats.org/drawingml/2006/main">
            <a:off x="9229725" y="1952625"/>
            <a:ext cx="2571750" cy="2362200"/>
          </a:xfrm>
          <a:prstGeom xmlns:a="http://schemas.openxmlformats.org/drawingml/2006/main" prst="roundRect">
            <a:avLst>
              <a:gd name="adj" fmla="val 3226"/>
            </a:avLst>
          </a:prstGeom>
          <a:solidFill xmlns:a="http://schemas.openxmlformats.org/drawingml/2006/main">
            <a:srgbClr val="F5F7F8"/>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DD30B5F7-3AC0-4062-AACF-F453ACB9EDB3}"/>
              </a:ext>
            </a:extLst>
          </p:cNvPr>
          <p:cNvSpPr>
            <a:spLocks xmlns:a="http://schemas.openxmlformats.org/drawingml/2006/main" noGrp="1"/>
          </p:cNvSpPr>
          <p:nvPr/>
        </p:nvSpPr>
        <p:spPr>
          <a:xfrm xmlns:a="http://schemas.openxmlformats.org/drawingml/2006/main">
            <a:off x="9401175" y="2133600"/>
            <a:ext cx="438150" cy="342900"/>
          </a:xfrm>
          <a:prstGeom xmlns:a="http://schemas.openxmlformats.org/drawingml/2006/main" prst="roundRect">
            <a:avLst>
              <a:gd name="adj" fmla="val 22222"/>
            </a:avLst>
          </a:prstGeom>
          <a:solidFill xmlns:a="http://schemas.openxmlformats.org/drawingml/2006/main">
            <a:srgbClr val="E8F3F2"/>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685D4193-E828-4216-A649-95F7A9E7C10A}"/>
              </a:ext>
            </a:extLst>
          </p:cNvPr>
          <p:cNvSpPr>
            <a:spLocks xmlns:a="http://schemas.openxmlformats.org/drawingml/2006/main" noGrp="1"/>
          </p:cNvSpPr>
          <p:nvPr/>
        </p:nvSpPr>
        <p:spPr>
          <a:xfrm xmlns:a="http://schemas.openxmlformats.org/drawingml/2006/main">
            <a:off x="9401175" y="2143125"/>
            <a:ext cx="4381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ctr">
              <a:defRPr sz="1125" b="1">
                <a:solidFill>
                  <a:srgbClr val="007F7A"/>
                </a:solidFill>
                <a:latin typeface="Arial"/>
                <a:ea typeface="Arial"/>
                <a:cs typeface="Arial"/>
              </a:defRPr>
            </a:pPr>
            <a:r>
              <a:rPr sz="1125" b="1">
                <a:solidFill>
                  <a:srgbClr val="007F7A"/>
                </a:solidFill>
                <a:latin typeface="Arial"/>
                <a:ea typeface="Arial"/>
                <a:cs typeface="Arial"/>
              </a:rPr>
              <a:t>4</a:t>
            </a:r>
          </a:p>
        </p:txBody>
      </p:sp>
      <p:sp>
        <p:nvSpPr>
          <p:cNvPr id="23" name="">
            <a:extLst xmlns:a="http://schemas.openxmlformats.org/drawingml/2006/main">
              <a:ext uri="{FF2B5EF4-FFF2-40B4-BE49-F238E27FC236}">
                <a16:creationId xmlns:a16="http://schemas.microsoft.com/office/drawing/2014/main" id="{D94723EC-8B27-4551-9BCF-886D18EEF263}"/>
              </a:ext>
            </a:extLst>
          </p:cNvPr>
          <p:cNvSpPr>
            <a:spLocks xmlns:a="http://schemas.openxmlformats.org/drawingml/2006/main" noGrp="1"/>
          </p:cNvSpPr>
          <p:nvPr/>
        </p:nvSpPr>
        <p:spPr>
          <a:xfrm xmlns:a="http://schemas.openxmlformats.org/drawingml/2006/main">
            <a:off x="9420225" y="2743200"/>
            <a:ext cx="2190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defRPr sz="1350" b="1">
                <a:solidFill>
                  <a:srgbClr val="102D42"/>
                </a:solidFill>
                <a:latin typeface="Arial"/>
                <a:ea typeface="Arial"/>
                <a:cs typeface="Arial"/>
              </a:defRPr>
            </a:pPr>
            <a:r>
              <a:rPr sz="1350" b="1">
                <a:solidFill>
                  <a:srgbClr val="102D42"/>
                </a:solidFill>
                <a:latin typeface="Arial"/>
                <a:ea typeface="Arial"/>
                <a:cs typeface="Arial"/>
              </a:rPr>
              <a:t>OBSERVE</a:t>
            </a:r>
          </a:p>
        </p:txBody>
      </p:sp>
      <p:sp>
        <p:nvSpPr>
          <p:cNvPr id="24" name="">
            <a:extLst xmlns:a="http://schemas.openxmlformats.org/drawingml/2006/main">
              <a:ext uri="{FF2B5EF4-FFF2-40B4-BE49-F238E27FC236}">
                <a16:creationId xmlns:a16="http://schemas.microsoft.com/office/drawing/2014/main" id="{24099D61-8508-43A0-A1BD-57099746B153}"/>
              </a:ext>
            </a:extLst>
          </p:cNvPr>
          <p:cNvSpPr>
            <a:spLocks xmlns:a="http://schemas.openxmlformats.org/drawingml/2006/main" noGrp="1"/>
          </p:cNvSpPr>
          <p:nvPr/>
        </p:nvSpPr>
        <p:spPr>
          <a:xfrm xmlns:a="http://schemas.openxmlformats.org/drawingml/2006/main">
            <a:off x="9420225" y="3286125"/>
            <a:ext cx="2190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ctr">
              <a:defRPr sz="1350" b="0">
                <a:solidFill>
                  <a:srgbClr val="26343D"/>
                </a:solidFill>
                <a:latin typeface="Arial"/>
                <a:ea typeface="Arial"/>
                <a:cs typeface="Arial"/>
              </a:defRPr>
            </a:pPr>
            <a:r>
              <a:rPr sz="1350" b="0">
                <a:solidFill>
                  <a:srgbClr val="26343D"/>
                </a:solidFill>
                <a:latin typeface="Arial"/>
                <a:ea typeface="Arial"/>
                <a:cs typeface="Arial"/>
              </a:rPr>
              <a:t>Mismatch denied; original runs once</a:t>
            </a:r>
          </a:p>
        </p:txBody>
      </p:sp>
      <p:sp>
        <p:nvSpPr>
          <p:cNvPr id="25" name="">
            <a:extLst xmlns:a="http://schemas.openxmlformats.org/drawingml/2006/main">
              <a:ext uri="{FF2B5EF4-FFF2-40B4-BE49-F238E27FC236}">
                <a16:creationId xmlns:a16="http://schemas.microsoft.com/office/drawing/2014/main" id="{A0CDB6AE-8BBA-4343-9F47-EF1AF54908DA}"/>
              </a:ext>
            </a:extLst>
          </p:cNvPr>
          <p:cNvSpPr>
            <a:spLocks xmlns:a="http://schemas.openxmlformats.org/drawingml/2006/main" noGrp="1"/>
          </p:cNvSpPr>
          <p:nvPr/>
        </p:nvSpPr>
        <p:spPr>
          <a:xfrm xmlns:a="http://schemas.openxmlformats.org/drawingml/2006/main">
            <a:off x="2714625" y="4762500"/>
            <a:ext cx="6762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ctr">
              <a:defRPr sz="2175" b="1">
                <a:solidFill>
                  <a:srgbClr val="E66A4E"/>
                </a:solidFill>
                <a:latin typeface="Arial"/>
                <a:ea typeface="Arial"/>
                <a:cs typeface="Arial"/>
              </a:defRPr>
            </a:pPr>
            <a:r>
              <a:rPr sz="2175" b="1">
                <a:solidFill>
                  <a:srgbClr val="E66A4E"/>
                </a:solidFill>
                <a:latin typeface="Arial"/>
                <a:ea typeface="Arial"/>
                <a:cs typeface="Arial"/>
              </a:rPr>
              <a:t>APPROVAL_PAYLOAD_MISMATCH</a:t>
            </a:r>
          </a:p>
        </p:txBody>
      </p:sp>
      <p:sp>
        <p:nvSpPr>
          <p:cNvPr id="26" name="">
            <a:extLst xmlns:a="http://schemas.openxmlformats.org/drawingml/2006/main">
              <a:ext uri="{FF2B5EF4-FFF2-40B4-BE49-F238E27FC236}">
                <a16:creationId xmlns:a16="http://schemas.microsoft.com/office/drawing/2014/main" id="{B95BBB09-A0FD-4AA6-B8F8-5EA54FC0F8CF}"/>
              </a:ext>
            </a:extLst>
          </p:cNvPr>
          <p:cNvSpPr>
            <a:spLocks xmlns:a="http://schemas.openxmlformats.org/drawingml/2006/main" noGrp="1"/>
          </p:cNvSpPr>
          <p:nvPr/>
        </p:nvSpPr>
        <p:spPr>
          <a:xfrm xmlns:a="http://schemas.openxmlformats.org/drawingml/2006/main">
            <a:off x="3429000" y="5400675"/>
            <a:ext cx="5334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ctr">
              <a:defRPr sz="1275" b="0">
                <a:solidFill>
                  <a:srgbClr val="667985"/>
                </a:solidFill>
                <a:latin typeface="Arial"/>
                <a:ea typeface="Arial"/>
                <a:cs typeface="Arial"/>
              </a:defRPr>
            </a:pPr>
            <a:r>
              <a:rPr sz="1275" b="0">
                <a:solidFill>
                  <a:srgbClr val="667985"/>
                </a:solidFill>
                <a:latin typeface="Arial"/>
                <a:ea typeface="Arial"/>
                <a:cs typeface="Arial"/>
              </a:rPr>
              <a:t>synthetic records • sandbox register • reproducible command</a:t>
            </a:r>
          </a:p>
        </p:txBody>
      </p:sp>
    </p:spTree>
    <p:extLst>
      <p:ext uri="{BB962C8B-B14F-4D97-AF65-F5344CB8AC3E}">
        <p14:creationId xmlns:p14="http://schemas.microsoft.com/office/powerpoint/2010/main" val="1114271528"/>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D0060EB2-8E27-4F1B-ABA7-004FD4FE98A3}"/>
              </a:ext>
            </a:extLst>
          </p:cNvPr>
          <p:cNvSpPr>
            <a:spLocks xmlns:a="http://schemas.openxmlformats.org/drawingml/2006/main" noGrp="1"/>
          </p:cNvSpPr>
          <p:nvPr/>
        </p:nvSpPr>
        <p:spPr>
          <a:xfrm xmlns:a="http://schemas.openxmlformats.org/drawingml/2006/main">
            <a:off x="571500" y="285750"/>
            <a:ext cx="428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defRPr sz="975" b="1">
                <a:solidFill>
                  <a:srgbClr val="007F7A"/>
                </a:solidFill>
                <a:latin typeface="Arial"/>
                <a:ea typeface="Arial"/>
                <a:cs typeface="Arial"/>
              </a:defRPr>
            </a:pPr>
            <a:r>
              <a:rPr sz="975" b="1">
                <a:solidFill>
                  <a:srgbClr val="007F7A"/>
                </a:solidFill>
                <a:latin typeface="Arial"/>
                <a:ea typeface="Arial"/>
                <a:cs typeface="Arial"/>
              </a:rPr>
              <a:t>V1.0.0 FIXTURE EVIDENCE</a:t>
            </a:r>
          </a:p>
        </p:txBody>
      </p:sp>
      <p:sp>
        <p:nvSpPr>
          <p:cNvPr id="2" name="">
            <a:extLst xmlns:a="http://schemas.openxmlformats.org/drawingml/2006/main">
              <a:ext uri="{FF2B5EF4-FFF2-40B4-BE49-F238E27FC236}">
                <a16:creationId xmlns:a16="http://schemas.microsoft.com/office/drawing/2014/main" id="{7F4E7F73-3060-4331-B5F1-8397616EDA50}"/>
              </a:ext>
            </a:extLst>
          </p:cNvPr>
          <p:cNvSpPr>
            <a:spLocks xmlns:a="http://schemas.openxmlformats.org/drawingml/2006/main" noGrp="1"/>
          </p:cNvSpPr>
          <p:nvPr/>
        </p:nvSpPr>
        <p:spPr>
          <a:xfrm xmlns:a="http://schemas.openxmlformats.org/drawingml/2006/main">
            <a:off x="571500" y="552450"/>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defRPr sz="2550" b="1">
                <a:solidFill>
                  <a:srgbClr val="102D42"/>
                </a:solidFill>
                <a:latin typeface="Arial"/>
                <a:ea typeface="Arial"/>
                <a:cs typeface="Arial"/>
              </a:defRPr>
            </a:pPr>
            <a:r>
              <a:rPr sz="2550" b="1">
                <a:solidFill>
                  <a:srgbClr val="102D42"/>
                </a:solidFill>
                <a:latin typeface="Arial"/>
                <a:ea typeface="Arial"/>
                <a:cs typeface="Arial"/>
              </a:rPr>
              <a:t>Containment is reported beside utility</a:t>
            </a:r>
          </a:p>
        </p:txBody>
      </p:sp>
      <p:sp>
        <p:nvSpPr>
          <p:cNvPr id="3" name="">
            <a:extLst xmlns:a="http://schemas.openxmlformats.org/drawingml/2006/main">
              <a:ext uri="{FF2B5EF4-FFF2-40B4-BE49-F238E27FC236}">
                <a16:creationId xmlns:a16="http://schemas.microsoft.com/office/drawing/2014/main" id="{293C56B1-7CFE-4E53-9918-74571EF015C7}"/>
              </a:ext>
            </a:extLst>
          </p:cNvPr>
          <p:cNvSpPr>
            <a:spLocks xmlns:a="http://schemas.openxmlformats.org/drawingml/2006/main" noGrp="1"/>
          </p:cNvSpPr>
          <p:nvPr/>
        </p:nvSpPr>
        <p:spPr>
          <a:xfrm xmlns:a="http://schemas.openxmlformats.org/drawingml/2006/main">
            <a:off x="571500" y="1200150"/>
            <a:ext cx="11049000" cy="19050"/>
          </a:xfrm>
          <a:prstGeom xmlns:a="http://schemas.openxmlformats.org/drawingml/2006/main" prst="rect">
            <a:avLst/>
          </a:prstGeom>
          <a:solidFill xmlns:a="http://schemas.openxmlformats.org/drawingml/2006/main">
            <a:srgbClr val="CCD8DE"/>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84FF61EE-12BC-475F-AA12-66BA9A20ED4C}"/>
              </a:ext>
            </a:extLst>
          </p:cNvPr>
          <p:cNvSpPr>
            <a:spLocks xmlns:a="http://schemas.openxmlformats.org/drawingml/2006/main" noGrp="1"/>
          </p:cNvSpPr>
          <p:nvPr/>
        </p:nvSpPr>
        <p:spPr>
          <a:xfrm xmlns:a="http://schemas.openxmlformats.org/drawingml/2006/main">
            <a:off x="11049000" y="6496050"/>
            <a:ext cx="571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r">
              <a:defRPr sz="825" b="0">
                <a:solidFill>
                  <a:srgbClr val="667985"/>
                </a:solidFill>
                <a:latin typeface="Arial"/>
                <a:ea typeface="Arial"/>
                <a:cs typeface="Arial"/>
              </a:defRPr>
            </a:pPr>
            <a:r>
              <a:rPr sz="825" b="0">
                <a:solidFill>
                  <a:srgbClr val="667985"/>
                </a:solidFill>
                <a:latin typeface="Arial"/>
                <a:ea typeface="Arial"/>
                <a:cs typeface="Arial"/>
              </a:rPr>
              <a:t>08</a:t>
            </a:r>
          </a:p>
        </p:txBody>
      </p:sp>
      <p:sp>
        <p:nvSpPr>
          <p:cNvPr id="5" name="">
            <a:extLst xmlns:a="http://schemas.openxmlformats.org/drawingml/2006/main">
              <a:ext uri="{FF2B5EF4-FFF2-40B4-BE49-F238E27FC236}">
                <a16:creationId xmlns:a16="http://schemas.microsoft.com/office/drawing/2014/main" id="{7ECD2E7B-0848-4700-B4BD-440CA86015EF}"/>
              </a:ext>
            </a:extLst>
          </p:cNvPr>
          <p:cNvSpPr>
            <a:spLocks xmlns:a="http://schemas.openxmlformats.org/drawingml/2006/main" noGrp="1"/>
          </p:cNvSpPr>
          <p:nvPr/>
        </p:nvSpPr>
        <p:spPr>
          <a:xfrm xmlns:a="http://schemas.openxmlformats.org/drawingml/2006/main">
            <a:off x="590550" y="1809750"/>
            <a:ext cx="2619375" cy="2143125"/>
          </a:xfrm>
          <a:prstGeom xmlns:a="http://schemas.openxmlformats.org/drawingml/2006/main" prst="roundRect">
            <a:avLst>
              <a:gd name="adj" fmla="val 3556"/>
            </a:avLst>
          </a:prstGeom>
          <a:solidFill xmlns:a="http://schemas.openxmlformats.org/drawingml/2006/main">
            <a:srgbClr val="E8F3F2"/>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0309AEEF-2B5D-47FA-98B8-91979A3FFB34}"/>
              </a:ext>
            </a:extLst>
          </p:cNvPr>
          <p:cNvSpPr>
            <a:spLocks xmlns:a="http://schemas.openxmlformats.org/drawingml/2006/main" noGrp="1"/>
          </p:cNvSpPr>
          <p:nvPr/>
        </p:nvSpPr>
        <p:spPr>
          <a:xfrm xmlns:a="http://schemas.openxmlformats.org/drawingml/2006/main">
            <a:off x="742950" y="2143125"/>
            <a:ext cx="23145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ctr">
              <a:defRPr sz="3300" b="1">
                <a:solidFill>
                  <a:srgbClr val="102D42"/>
                </a:solidFill>
                <a:latin typeface="Arial"/>
                <a:ea typeface="Arial"/>
                <a:cs typeface="Arial"/>
              </a:defRPr>
            </a:pPr>
            <a:r>
              <a:rPr sz="3300" b="1">
                <a:solidFill>
                  <a:srgbClr val="102D42"/>
                </a:solidFill>
                <a:latin typeface="Arial"/>
                <a:ea typeface="Arial"/>
                <a:cs typeface="Arial"/>
              </a:rPr>
              <a:t>30 / 30</a:t>
            </a:r>
          </a:p>
        </p:txBody>
      </p:sp>
      <p:sp>
        <p:nvSpPr>
          <p:cNvPr id="7" name="">
            <a:extLst xmlns:a="http://schemas.openxmlformats.org/drawingml/2006/main">
              <a:ext uri="{FF2B5EF4-FFF2-40B4-BE49-F238E27FC236}">
                <a16:creationId xmlns:a16="http://schemas.microsoft.com/office/drawing/2014/main" id="{A4C1EC49-4465-4A88-8318-A6FC1CAD99CB}"/>
              </a:ext>
            </a:extLst>
          </p:cNvPr>
          <p:cNvSpPr>
            <a:spLocks xmlns:a="http://schemas.openxmlformats.org/drawingml/2006/main" noGrp="1"/>
          </p:cNvSpPr>
          <p:nvPr/>
        </p:nvSpPr>
        <p:spPr>
          <a:xfrm xmlns:a="http://schemas.openxmlformats.org/drawingml/2006/main">
            <a:off x="781050" y="3095625"/>
            <a:ext cx="22383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ctr">
              <a:defRPr sz="1350" b="0">
                <a:solidFill>
                  <a:srgbClr val="667985"/>
                </a:solidFill>
                <a:latin typeface="Arial"/>
                <a:ea typeface="Arial"/>
                <a:cs typeface="Arial"/>
              </a:defRPr>
            </a:pPr>
            <a:r>
              <a:rPr sz="1350" b="0">
                <a:solidFill>
                  <a:srgbClr val="667985"/>
                </a:solidFill>
                <a:latin typeface="Arial"/>
                <a:ea typeface="Arial"/>
                <a:cs typeface="Arial"/>
              </a:rPr>
              <a:t>adversarial fixtures contained</a:t>
            </a:r>
          </a:p>
        </p:txBody>
      </p:sp>
      <p:sp>
        <p:nvSpPr>
          <p:cNvPr id="8" name="">
            <a:extLst xmlns:a="http://schemas.openxmlformats.org/drawingml/2006/main">
              <a:ext uri="{FF2B5EF4-FFF2-40B4-BE49-F238E27FC236}">
                <a16:creationId xmlns:a16="http://schemas.microsoft.com/office/drawing/2014/main" id="{5B073822-631F-4B3D-821F-BE4645FCA505}"/>
              </a:ext>
            </a:extLst>
          </p:cNvPr>
          <p:cNvSpPr>
            <a:spLocks xmlns:a="http://schemas.openxmlformats.org/drawingml/2006/main" noGrp="1"/>
          </p:cNvSpPr>
          <p:nvPr/>
        </p:nvSpPr>
        <p:spPr>
          <a:xfrm xmlns:a="http://schemas.openxmlformats.org/drawingml/2006/main">
            <a:off x="3476625" y="1809750"/>
            <a:ext cx="2619375" cy="2143125"/>
          </a:xfrm>
          <a:prstGeom xmlns:a="http://schemas.openxmlformats.org/drawingml/2006/main" prst="roundRect">
            <a:avLst>
              <a:gd name="adj" fmla="val 3556"/>
            </a:avLst>
          </a:prstGeom>
          <a:solidFill xmlns:a="http://schemas.openxmlformats.org/drawingml/2006/main">
            <a:srgbClr val="F5F7F8"/>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8684A238-E57F-4DFD-B02F-63B9CDEF6DC6}"/>
              </a:ext>
            </a:extLst>
          </p:cNvPr>
          <p:cNvSpPr>
            <a:spLocks xmlns:a="http://schemas.openxmlformats.org/drawingml/2006/main" noGrp="1"/>
          </p:cNvSpPr>
          <p:nvPr/>
        </p:nvSpPr>
        <p:spPr>
          <a:xfrm xmlns:a="http://schemas.openxmlformats.org/drawingml/2006/main">
            <a:off x="3629025" y="2143125"/>
            <a:ext cx="23145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ctr">
              <a:defRPr sz="3300" b="1">
                <a:solidFill>
                  <a:srgbClr val="E66A4E"/>
                </a:solidFill>
                <a:latin typeface="Arial"/>
                <a:ea typeface="Arial"/>
                <a:cs typeface="Arial"/>
              </a:defRPr>
            </a:pPr>
            <a:r>
              <a:rPr sz="3300" b="1">
                <a:solidFill>
                  <a:srgbClr val="E66A4E"/>
                </a:solidFill>
                <a:latin typeface="Arial"/>
                <a:ea typeface="Arial"/>
                <a:cs typeface="Arial"/>
              </a:rPr>
              <a:t>0</a:t>
            </a:r>
          </a:p>
        </p:txBody>
      </p:sp>
      <p:sp>
        <p:nvSpPr>
          <p:cNvPr id="10" name="">
            <a:extLst xmlns:a="http://schemas.openxmlformats.org/drawingml/2006/main">
              <a:ext uri="{FF2B5EF4-FFF2-40B4-BE49-F238E27FC236}">
                <a16:creationId xmlns:a16="http://schemas.microsoft.com/office/drawing/2014/main" id="{350DDFDE-1E20-4CD3-86E9-817346F855DE}"/>
              </a:ext>
            </a:extLst>
          </p:cNvPr>
          <p:cNvSpPr>
            <a:spLocks xmlns:a="http://schemas.openxmlformats.org/drawingml/2006/main" noGrp="1"/>
          </p:cNvSpPr>
          <p:nvPr/>
        </p:nvSpPr>
        <p:spPr>
          <a:xfrm xmlns:a="http://schemas.openxmlformats.org/drawingml/2006/main">
            <a:off x="3667125" y="3095625"/>
            <a:ext cx="22383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ctr">
              <a:defRPr sz="1350" b="0">
                <a:solidFill>
                  <a:srgbClr val="667985"/>
                </a:solidFill>
                <a:latin typeface="Arial"/>
                <a:ea typeface="Arial"/>
                <a:cs typeface="Arial"/>
              </a:defRPr>
            </a:pPr>
            <a:r>
              <a:rPr sz="1350" b="0">
                <a:solidFill>
                  <a:srgbClr val="667985"/>
                </a:solidFill>
                <a:latin typeface="Arial"/>
                <a:ea typeface="Arial"/>
                <a:cs typeface="Arial"/>
              </a:rPr>
              <a:t>unauthorized mutations</a:t>
            </a:r>
          </a:p>
        </p:txBody>
      </p:sp>
      <p:sp>
        <p:nvSpPr>
          <p:cNvPr id="11" name="">
            <a:extLst xmlns:a="http://schemas.openxmlformats.org/drawingml/2006/main">
              <a:ext uri="{FF2B5EF4-FFF2-40B4-BE49-F238E27FC236}">
                <a16:creationId xmlns:a16="http://schemas.microsoft.com/office/drawing/2014/main" id="{6CB29B9A-BE8B-488C-BC02-0DF813232F41}"/>
              </a:ext>
            </a:extLst>
          </p:cNvPr>
          <p:cNvSpPr>
            <a:spLocks xmlns:a="http://schemas.openxmlformats.org/drawingml/2006/main" noGrp="1"/>
          </p:cNvSpPr>
          <p:nvPr/>
        </p:nvSpPr>
        <p:spPr>
          <a:xfrm xmlns:a="http://schemas.openxmlformats.org/drawingml/2006/main">
            <a:off x="6362700" y="1809750"/>
            <a:ext cx="2619375" cy="2143125"/>
          </a:xfrm>
          <a:prstGeom xmlns:a="http://schemas.openxmlformats.org/drawingml/2006/main" prst="roundRect">
            <a:avLst>
              <a:gd name="adj" fmla="val 3556"/>
            </a:avLst>
          </a:prstGeom>
          <a:solidFill xmlns:a="http://schemas.openxmlformats.org/drawingml/2006/main">
            <a:srgbClr val="F5F7F8"/>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5E6991BB-DFC8-47DC-B2ED-F0B5C3D3C6D6}"/>
              </a:ext>
            </a:extLst>
          </p:cNvPr>
          <p:cNvSpPr>
            <a:spLocks xmlns:a="http://schemas.openxmlformats.org/drawingml/2006/main" noGrp="1"/>
          </p:cNvSpPr>
          <p:nvPr/>
        </p:nvSpPr>
        <p:spPr>
          <a:xfrm xmlns:a="http://schemas.openxmlformats.org/drawingml/2006/main">
            <a:off x="6515100" y="2143125"/>
            <a:ext cx="23145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ctr">
              <a:defRPr sz="3300" b="1">
                <a:solidFill>
                  <a:srgbClr val="102D42"/>
                </a:solidFill>
                <a:latin typeface="Arial"/>
                <a:ea typeface="Arial"/>
                <a:cs typeface="Arial"/>
              </a:defRPr>
            </a:pPr>
            <a:r>
              <a:rPr sz="3300" b="1">
                <a:solidFill>
                  <a:srgbClr val="102D42"/>
                </a:solidFill>
                <a:latin typeface="Arial"/>
                <a:ea typeface="Arial"/>
                <a:cs typeface="Arial"/>
              </a:rPr>
              <a:t>6 / 6</a:t>
            </a:r>
          </a:p>
        </p:txBody>
      </p:sp>
      <p:sp>
        <p:nvSpPr>
          <p:cNvPr id="13" name="">
            <a:extLst xmlns:a="http://schemas.openxmlformats.org/drawingml/2006/main">
              <a:ext uri="{FF2B5EF4-FFF2-40B4-BE49-F238E27FC236}">
                <a16:creationId xmlns:a16="http://schemas.microsoft.com/office/drawing/2014/main" id="{89E02573-2EC9-4591-920F-73556127379C}"/>
              </a:ext>
            </a:extLst>
          </p:cNvPr>
          <p:cNvSpPr>
            <a:spLocks xmlns:a="http://schemas.openxmlformats.org/drawingml/2006/main" noGrp="1"/>
          </p:cNvSpPr>
          <p:nvPr/>
        </p:nvSpPr>
        <p:spPr>
          <a:xfrm xmlns:a="http://schemas.openxmlformats.org/drawingml/2006/main">
            <a:off x="6553200" y="3095625"/>
            <a:ext cx="22383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ctr">
              <a:defRPr sz="1350" b="0">
                <a:solidFill>
                  <a:srgbClr val="667985"/>
                </a:solidFill>
                <a:latin typeface="Arial"/>
                <a:ea typeface="Arial"/>
                <a:cs typeface="Arial"/>
              </a:defRPr>
            </a:pPr>
            <a:r>
              <a:rPr sz="1350" b="0">
                <a:solidFill>
                  <a:srgbClr val="667985"/>
                </a:solidFill>
                <a:latin typeface="Arial"/>
                <a:ea typeface="Arial"/>
                <a:cs typeface="Arial"/>
              </a:rPr>
              <a:t>benign tasks completed</a:t>
            </a:r>
          </a:p>
        </p:txBody>
      </p:sp>
      <p:sp>
        <p:nvSpPr>
          <p:cNvPr id="14" name="">
            <a:extLst xmlns:a="http://schemas.openxmlformats.org/drawingml/2006/main">
              <a:ext uri="{FF2B5EF4-FFF2-40B4-BE49-F238E27FC236}">
                <a16:creationId xmlns:a16="http://schemas.microsoft.com/office/drawing/2014/main" id="{FABF4C2E-4E14-4B7F-8154-A0D23802A40D}"/>
              </a:ext>
            </a:extLst>
          </p:cNvPr>
          <p:cNvSpPr>
            <a:spLocks xmlns:a="http://schemas.openxmlformats.org/drawingml/2006/main" noGrp="1"/>
          </p:cNvSpPr>
          <p:nvPr/>
        </p:nvSpPr>
        <p:spPr>
          <a:xfrm xmlns:a="http://schemas.openxmlformats.org/drawingml/2006/main">
            <a:off x="9248775" y="1809750"/>
            <a:ext cx="2619375" cy="2143125"/>
          </a:xfrm>
          <a:prstGeom xmlns:a="http://schemas.openxmlformats.org/drawingml/2006/main" prst="roundRect">
            <a:avLst>
              <a:gd name="adj" fmla="val 3556"/>
            </a:avLst>
          </a:prstGeom>
          <a:solidFill xmlns:a="http://schemas.openxmlformats.org/drawingml/2006/main">
            <a:srgbClr val="F5F7F8"/>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65C45A09-E5D6-45BF-AF5C-81B1F3A93730}"/>
              </a:ext>
            </a:extLst>
          </p:cNvPr>
          <p:cNvSpPr>
            <a:spLocks xmlns:a="http://schemas.openxmlformats.org/drawingml/2006/main" noGrp="1"/>
          </p:cNvSpPr>
          <p:nvPr/>
        </p:nvSpPr>
        <p:spPr>
          <a:xfrm xmlns:a="http://schemas.openxmlformats.org/drawingml/2006/main">
            <a:off x="9401175" y="2143125"/>
            <a:ext cx="23145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ctr">
              <a:defRPr sz="3300" b="1">
                <a:solidFill>
                  <a:srgbClr val="102D42"/>
                </a:solidFill>
                <a:latin typeface="Arial"/>
                <a:ea typeface="Arial"/>
                <a:cs typeface="Arial"/>
              </a:defRPr>
            </a:pPr>
            <a:r>
              <a:rPr sz="3300" b="1">
                <a:solidFill>
                  <a:srgbClr val="102D42"/>
                </a:solidFill>
                <a:latin typeface="Arial"/>
                <a:ea typeface="Arial"/>
                <a:cs typeface="Arial"/>
              </a:rPr>
              <a:t>187</a:t>
            </a:r>
          </a:p>
        </p:txBody>
      </p:sp>
      <p:sp>
        <p:nvSpPr>
          <p:cNvPr id="16" name="">
            <a:extLst xmlns:a="http://schemas.openxmlformats.org/drawingml/2006/main">
              <a:ext uri="{FF2B5EF4-FFF2-40B4-BE49-F238E27FC236}">
                <a16:creationId xmlns:a16="http://schemas.microsoft.com/office/drawing/2014/main" id="{B460DA9C-E5B0-4798-A692-268CCB367BB6}"/>
              </a:ext>
            </a:extLst>
          </p:cNvPr>
          <p:cNvSpPr>
            <a:spLocks xmlns:a="http://schemas.openxmlformats.org/drawingml/2006/main" noGrp="1"/>
          </p:cNvSpPr>
          <p:nvPr/>
        </p:nvSpPr>
        <p:spPr>
          <a:xfrm xmlns:a="http://schemas.openxmlformats.org/drawingml/2006/main">
            <a:off x="9439275" y="3095625"/>
            <a:ext cx="22383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ctr">
              <a:defRPr sz="1350" b="0">
                <a:solidFill>
                  <a:srgbClr val="667985"/>
                </a:solidFill>
                <a:latin typeface="Arial"/>
                <a:ea typeface="Arial"/>
                <a:cs typeface="Arial"/>
              </a:defRPr>
            </a:pPr>
            <a:r>
              <a:rPr sz="1350" b="0">
                <a:solidFill>
                  <a:srgbClr val="667985"/>
                </a:solidFill>
                <a:latin typeface="Arial"/>
                <a:ea typeface="Arial"/>
                <a:cs typeface="Arial"/>
              </a:rPr>
              <a:t>deterministic offline tests</a:t>
            </a:r>
          </a:p>
        </p:txBody>
      </p:sp>
      <p:sp>
        <p:nvSpPr>
          <p:cNvPr id="17" name="">
            <a:extLst xmlns:a="http://schemas.openxmlformats.org/drawingml/2006/main">
              <a:ext uri="{FF2B5EF4-FFF2-40B4-BE49-F238E27FC236}">
                <a16:creationId xmlns:a16="http://schemas.microsoft.com/office/drawing/2014/main" id="{867FEE9D-2E2B-4FEA-8991-D1C1AA2A543A}"/>
              </a:ext>
            </a:extLst>
          </p:cNvPr>
          <p:cNvSpPr>
            <a:spLocks xmlns:a="http://schemas.openxmlformats.org/drawingml/2006/main" noGrp="1"/>
          </p:cNvSpPr>
          <p:nvPr/>
        </p:nvSpPr>
        <p:spPr>
          <a:xfrm xmlns:a="http://schemas.openxmlformats.org/drawingml/2006/main">
            <a:off x="876300" y="4572000"/>
            <a:ext cx="10439400" cy="838200"/>
          </a:xfrm>
          <a:prstGeom xmlns:a="http://schemas.openxmlformats.org/drawingml/2006/main" prst="roundRect">
            <a:avLst>
              <a:gd name="adj" fmla="val 9091"/>
            </a:avLst>
          </a:prstGeom>
          <a:solidFill xmlns:a="http://schemas.openxmlformats.org/drawingml/2006/main">
            <a:srgbClr val="102D42"/>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41F2BF4A-D0AC-4661-9728-F44BE236FC13}"/>
              </a:ext>
            </a:extLst>
          </p:cNvPr>
          <p:cNvSpPr>
            <a:spLocks xmlns:a="http://schemas.openxmlformats.org/drawingml/2006/main" noGrp="1"/>
          </p:cNvSpPr>
          <p:nvPr/>
        </p:nvSpPr>
        <p:spPr>
          <a:xfrm xmlns:a="http://schemas.openxmlformats.org/drawingml/2006/main">
            <a:off x="1143000" y="4772025"/>
            <a:ext cx="9906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ctr">
              <a:defRPr sz="1500" b="1">
                <a:solidFill>
                  <a:srgbClr val="FFFFFF"/>
                </a:solidFill>
                <a:latin typeface="Arial"/>
                <a:ea typeface="Arial"/>
                <a:cs typeface="Arial"/>
              </a:defRPr>
            </a:pPr>
            <a:r>
              <a:rPr sz="1500" b="1">
                <a:solidFill>
                  <a:srgbClr val="FFFFFF"/>
                </a:solidFill>
                <a:latin typeface="Arial"/>
                <a:ea typeface="Arial"/>
                <a:cs typeface="Arial"/>
              </a:rPr>
              <a:t>Fixture observations in declared local environments—not probabilities, certification, or production-readiness claims.</a:t>
            </a:r>
          </a:p>
        </p:txBody>
      </p:sp>
    </p:spTree>
    <p:extLst>
      <p:ext uri="{BB962C8B-B14F-4D97-AF65-F5344CB8AC3E}">
        <p14:creationId xmlns:p14="http://schemas.microsoft.com/office/powerpoint/2010/main" val="1214485154"/>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AAE1804F-2076-44D9-AE8E-5DF0DAF582A0}"/>
              </a:ext>
            </a:extLst>
          </p:cNvPr>
          <p:cNvSpPr>
            <a:spLocks xmlns:a="http://schemas.openxmlformats.org/drawingml/2006/main" noGrp="1"/>
          </p:cNvSpPr>
          <p:nvPr/>
        </p:nvSpPr>
        <p:spPr>
          <a:xfrm xmlns:a="http://schemas.openxmlformats.org/drawingml/2006/main">
            <a:off x="571500" y="285750"/>
            <a:ext cx="428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defRPr sz="975" b="1">
                <a:solidFill>
                  <a:srgbClr val="007F7A"/>
                </a:solidFill>
                <a:latin typeface="Arial"/>
                <a:ea typeface="Arial"/>
                <a:cs typeface="Arial"/>
              </a:defRPr>
            </a:pPr>
            <a:r>
              <a:rPr sz="975" b="1">
                <a:solidFill>
                  <a:srgbClr val="007F7A"/>
                </a:solidFill>
                <a:latin typeface="Arial"/>
                <a:ea typeface="Arial"/>
                <a:cs typeface="Arial"/>
              </a:rPr>
              <a:t>CONTROLLED COMPARISON</a:t>
            </a:r>
          </a:p>
        </p:txBody>
      </p:sp>
      <p:sp>
        <p:nvSpPr>
          <p:cNvPr id="2" name="">
            <a:extLst xmlns:a="http://schemas.openxmlformats.org/drawingml/2006/main">
              <a:ext uri="{FF2B5EF4-FFF2-40B4-BE49-F238E27FC236}">
                <a16:creationId xmlns:a16="http://schemas.microsoft.com/office/drawing/2014/main" id="{4E149EC1-09BA-440B-B628-A49EDB65B691}"/>
              </a:ext>
            </a:extLst>
          </p:cNvPr>
          <p:cNvSpPr>
            <a:spLocks xmlns:a="http://schemas.openxmlformats.org/drawingml/2006/main" noGrp="1"/>
          </p:cNvSpPr>
          <p:nvPr/>
        </p:nvSpPr>
        <p:spPr>
          <a:xfrm xmlns:a="http://schemas.openxmlformats.org/drawingml/2006/main">
            <a:off x="571500" y="552450"/>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defRPr sz="2550" b="1">
                <a:solidFill>
                  <a:srgbClr val="102D42"/>
                </a:solidFill>
                <a:latin typeface="Arial"/>
                <a:ea typeface="Arial"/>
                <a:cs typeface="Arial"/>
              </a:defRPr>
            </a:pPr>
            <a:r>
              <a:rPr sz="2550" b="1">
                <a:solidFill>
                  <a:srgbClr val="102D42"/>
                </a:solidFill>
                <a:latin typeface="Arial"/>
                <a:ea typeface="Arial"/>
                <a:cs typeface="Arial"/>
              </a:rPr>
              <a:t>Prompts help; authority separation changes the outcome</a:t>
            </a:r>
          </a:p>
        </p:txBody>
      </p:sp>
      <p:sp>
        <p:nvSpPr>
          <p:cNvPr id="3" name="">
            <a:extLst xmlns:a="http://schemas.openxmlformats.org/drawingml/2006/main">
              <a:ext uri="{FF2B5EF4-FFF2-40B4-BE49-F238E27FC236}">
                <a16:creationId xmlns:a16="http://schemas.microsoft.com/office/drawing/2014/main" id="{458B7160-ED78-4471-A6D6-233946896D43}"/>
              </a:ext>
            </a:extLst>
          </p:cNvPr>
          <p:cNvSpPr>
            <a:spLocks xmlns:a="http://schemas.openxmlformats.org/drawingml/2006/main" noGrp="1"/>
          </p:cNvSpPr>
          <p:nvPr/>
        </p:nvSpPr>
        <p:spPr>
          <a:xfrm xmlns:a="http://schemas.openxmlformats.org/drawingml/2006/main">
            <a:off x="571500" y="1200150"/>
            <a:ext cx="11049000" cy="19050"/>
          </a:xfrm>
          <a:prstGeom xmlns:a="http://schemas.openxmlformats.org/drawingml/2006/main" prst="rect">
            <a:avLst/>
          </a:prstGeom>
          <a:solidFill xmlns:a="http://schemas.openxmlformats.org/drawingml/2006/main">
            <a:srgbClr val="CCD8DE"/>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3E34DF7E-617B-43C6-B29E-2AEE38718C31}"/>
              </a:ext>
            </a:extLst>
          </p:cNvPr>
          <p:cNvSpPr>
            <a:spLocks xmlns:a="http://schemas.openxmlformats.org/drawingml/2006/main" noGrp="1"/>
          </p:cNvSpPr>
          <p:nvPr/>
        </p:nvSpPr>
        <p:spPr>
          <a:xfrm xmlns:a="http://schemas.openxmlformats.org/drawingml/2006/main">
            <a:off x="11049000" y="6496050"/>
            <a:ext cx="571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r">
              <a:defRPr sz="825" b="0">
                <a:solidFill>
                  <a:srgbClr val="667985"/>
                </a:solidFill>
                <a:latin typeface="Arial"/>
                <a:ea typeface="Arial"/>
                <a:cs typeface="Arial"/>
              </a:defRPr>
            </a:pPr>
            <a:r>
              <a:rPr sz="825" b="0">
                <a:solidFill>
                  <a:srgbClr val="667985"/>
                </a:solidFill>
                <a:latin typeface="Arial"/>
                <a:ea typeface="Arial"/>
                <a:cs typeface="Arial"/>
              </a:rPr>
              <a:t>09</a:t>
            </a:r>
          </a:p>
        </p:txBody>
      </p:sp>
      <p:graphicFrame>
        <p:nvGraphicFramePr>
          <p:cNvPr id="19" name="Chart"/>
          <p:cNvGraphicFramePr/>
          <p:nvPr/>
        </p:nvGraphicFramePr>
        <p:xfrm>
          <a:off xmlns:a="http://schemas.openxmlformats.org/drawingml/2006/main" x="742950" y="1666875"/>
          <a:ext xmlns:a="http://schemas.openxmlformats.org/drawingml/2006/main" cx="6858000" cy="3905250"/>
        </p:xfrm>
        <a:graphic xmlns:a="http://schemas.openxmlformats.org/drawingml/2006/main">
          <a:graphicData uri="http://schemas.openxmlformats.org/drawingml/2006/chart">
            <c:chart xmlns:r="http://schemas.openxmlformats.org/officeDocument/2006/relationships" xmlns:c="http://schemas.openxmlformats.org/drawingml/2006/chart" r:id="R0b0781e46fe5455d"/>
          </a:graphicData>
        </a:graphic>
      </p:graphicFrame>
      <p:sp>
        <p:nvSpPr>
          <p:cNvPr id="6" name="">
            <a:extLst xmlns:a="http://schemas.openxmlformats.org/drawingml/2006/main">
              <a:ext uri="{FF2B5EF4-FFF2-40B4-BE49-F238E27FC236}">
                <a16:creationId xmlns:a16="http://schemas.microsoft.com/office/drawing/2014/main" id="{9A1DA1AC-8ECE-4601-9B6B-B57E90621D18}"/>
              </a:ext>
            </a:extLst>
          </p:cNvPr>
          <p:cNvSpPr>
            <a:spLocks xmlns:a="http://schemas.openxmlformats.org/drawingml/2006/main" noGrp="1"/>
          </p:cNvSpPr>
          <p:nvPr/>
        </p:nvSpPr>
        <p:spPr>
          <a:xfrm xmlns:a="http://schemas.openxmlformats.org/drawingml/2006/main">
            <a:off x="8001000" y="1857375"/>
            <a:ext cx="3333750" cy="3143250"/>
          </a:xfrm>
          <a:prstGeom xmlns:a="http://schemas.openxmlformats.org/drawingml/2006/main" prst="roundRect">
            <a:avLst>
              <a:gd name="adj" fmla="val 2424"/>
            </a:avLst>
          </a:prstGeom>
          <a:solidFill xmlns:a="http://schemas.openxmlformats.org/drawingml/2006/main">
            <a:srgbClr val="F5F7F8"/>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B2FA36F1-2D14-4529-844B-07E5AAC31B91}"/>
              </a:ext>
            </a:extLst>
          </p:cNvPr>
          <p:cNvSpPr>
            <a:spLocks xmlns:a="http://schemas.openxmlformats.org/drawingml/2006/main" noGrp="1"/>
          </p:cNvSpPr>
          <p:nvPr/>
        </p:nvSpPr>
        <p:spPr>
          <a:xfrm xmlns:a="http://schemas.openxmlformats.org/drawingml/2006/main">
            <a:off x="8334375" y="2133600"/>
            <a:ext cx="2667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ctr">
              <a:defRPr sz="1200" b="1">
                <a:solidFill>
                  <a:srgbClr val="667985"/>
                </a:solidFill>
                <a:latin typeface="Arial"/>
                <a:ea typeface="Arial"/>
                <a:cs typeface="Arial"/>
              </a:defRPr>
            </a:pPr>
            <a:r>
              <a:rPr sz="1200" b="1">
                <a:solidFill>
                  <a:srgbClr val="667985"/>
                </a:solidFill>
                <a:latin typeface="Arial"/>
                <a:ea typeface="Arial"/>
                <a:cs typeface="Arial"/>
              </a:rPr>
              <a:t>HARMFUL ACTIONS</a:t>
            </a:r>
          </a:p>
          <a:p xmlns:a="http://schemas.openxmlformats.org/drawingml/2006/main">
            <a:pPr algn="ctr">
              <a:defRPr sz="1200" b="1">
                <a:solidFill>
                  <a:srgbClr val="667985"/>
                </a:solidFill>
                <a:latin typeface="Arial"/>
                <a:ea typeface="Arial"/>
                <a:cs typeface="Arial"/>
              </a:defRPr>
            </a:pPr>
            <a:r>
              <a:rPr sz="1200" b="1">
                <a:solidFill>
                  <a:srgbClr val="667985"/>
                </a:solidFill>
                <a:latin typeface="Arial"/>
                <a:ea typeface="Arial"/>
                <a:cs typeface="Arial"/>
              </a:rPr>
              <a:t>DELIVERED</a:t>
            </a:r>
          </a:p>
        </p:txBody>
      </p:sp>
      <p:sp>
        <p:nvSpPr>
          <p:cNvPr id="8" name="">
            <a:extLst xmlns:a="http://schemas.openxmlformats.org/drawingml/2006/main">
              <a:ext uri="{FF2B5EF4-FFF2-40B4-BE49-F238E27FC236}">
                <a16:creationId xmlns:a16="http://schemas.microsoft.com/office/drawing/2014/main" id="{239B7F6A-7E81-4690-909F-DAB53DAB6AA0}"/>
              </a:ext>
            </a:extLst>
          </p:cNvPr>
          <p:cNvSpPr>
            <a:spLocks xmlns:a="http://schemas.openxmlformats.org/drawingml/2006/main" noGrp="1"/>
          </p:cNvSpPr>
          <p:nvPr/>
        </p:nvSpPr>
        <p:spPr>
          <a:xfrm xmlns:a="http://schemas.openxmlformats.org/drawingml/2006/main">
            <a:off x="8382000" y="2895600"/>
            <a:ext cx="762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ctr">
              <a:defRPr sz="2850" b="1">
                <a:solidFill>
                  <a:srgbClr val="B84F43"/>
                </a:solidFill>
                <a:latin typeface="Arial"/>
                <a:ea typeface="Arial"/>
                <a:cs typeface="Arial"/>
              </a:defRPr>
            </a:pPr>
            <a:r>
              <a:rPr sz="2850" b="1">
                <a:solidFill>
                  <a:srgbClr val="B84F43"/>
                </a:solidFill>
                <a:latin typeface="Arial"/>
                <a:ea typeface="Arial"/>
                <a:cs typeface="Arial"/>
              </a:rPr>
              <a:t>28</a:t>
            </a:r>
          </a:p>
        </p:txBody>
      </p:sp>
      <p:sp>
        <p:nvSpPr>
          <p:cNvPr id="9" name="">
            <a:extLst xmlns:a="http://schemas.openxmlformats.org/drawingml/2006/main">
              <a:ext uri="{FF2B5EF4-FFF2-40B4-BE49-F238E27FC236}">
                <a16:creationId xmlns:a16="http://schemas.microsoft.com/office/drawing/2014/main" id="{B3EEAD68-CD1A-4C51-9B9F-41BD538DCFBE}"/>
              </a:ext>
            </a:extLst>
          </p:cNvPr>
          <p:cNvSpPr>
            <a:spLocks xmlns:a="http://schemas.openxmlformats.org/drawingml/2006/main" noGrp="1"/>
          </p:cNvSpPr>
          <p:nvPr/>
        </p:nvSpPr>
        <p:spPr>
          <a:xfrm xmlns:a="http://schemas.openxmlformats.org/drawingml/2006/main">
            <a:off x="9296400" y="2895600"/>
            <a:ext cx="762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ctr">
              <a:defRPr sz="2850" b="1">
                <a:solidFill>
                  <a:srgbClr val="E66A4E"/>
                </a:solidFill>
                <a:latin typeface="Arial"/>
                <a:ea typeface="Arial"/>
                <a:cs typeface="Arial"/>
              </a:defRPr>
            </a:pPr>
            <a:r>
              <a:rPr sz="2850" b="1">
                <a:solidFill>
                  <a:srgbClr val="E66A4E"/>
                </a:solidFill>
                <a:latin typeface="Arial"/>
                <a:ea typeface="Arial"/>
                <a:cs typeface="Arial"/>
              </a:rPr>
              <a:t>8</a:t>
            </a:r>
          </a:p>
        </p:txBody>
      </p:sp>
      <p:sp>
        <p:nvSpPr>
          <p:cNvPr id="10" name="">
            <a:extLst xmlns:a="http://schemas.openxmlformats.org/drawingml/2006/main">
              <a:ext uri="{FF2B5EF4-FFF2-40B4-BE49-F238E27FC236}">
                <a16:creationId xmlns:a16="http://schemas.microsoft.com/office/drawing/2014/main" id="{3F9750A0-C062-496C-906F-2172C0125EE7}"/>
              </a:ext>
            </a:extLst>
          </p:cNvPr>
          <p:cNvSpPr>
            <a:spLocks xmlns:a="http://schemas.openxmlformats.org/drawingml/2006/main" noGrp="1"/>
          </p:cNvSpPr>
          <p:nvPr/>
        </p:nvSpPr>
        <p:spPr>
          <a:xfrm xmlns:a="http://schemas.openxmlformats.org/drawingml/2006/main">
            <a:off x="10210800" y="2895600"/>
            <a:ext cx="762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ctr">
              <a:defRPr sz="2850" b="1">
                <a:solidFill>
                  <a:srgbClr val="32876B"/>
                </a:solidFill>
                <a:latin typeface="Arial"/>
                <a:ea typeface="Arial"/>
                <a:cs typeface="Arial"/>
              </a:defRPr>
            </a:pPr>
            <a:r>
              <a:rPr sz="2850" b="1">
                <a:solidFill>
                  <a:srgbClr val="32876B"/>
                </a:solidFill>
                <a:latin typeface="Arial"/>
                <a:ea typeface="Arial"/>
                <a:cs typeface="Arial"/>
              </a:rPr>
              <a:t>0</a:t>
            </a:r>
          </a:p>
        </p:txBody>
      </p:sp>
      <p:sp>
        <p:nvSpPr>
          <p:cNvPr id="11" name="">
            <a:extLst xmlns:a="http://schemas.openxmlformats.org/drawingml/2006/main">
              <a:ext uri="{FF2B5EF4-FFF2-40B4-BE49-F238E27FC236}">
                <a16:creationId xmlns:a16="http://schemas.microsoft.com/office/drawing/2014/main" id="{69615A2B-1205-4AA5-99B1-31679DCC63CD}"/>
              </a:ext>
            </a:extLst>
          </p:cNvPr>
          <p:cNvSpPr>
            <a:spLocks xmlns:a="http://schemas.openxmlformats.org/drawingml/2006/main" noGrp="1"/>
          </p:cNvSpPr>
          <p:nvPr/>
        </p:nvSpPr>
        <p:spPr>
          <a:xfrm xmlns:a="http://schemas.openxmlformats.org/drawingml/2006/main">
            <a:off x="8286750" y="3552825"/>
            <a:ext cx="904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ctr">
              <a:defRPr sz="1050" b="0">
                <a:solidFill>
                  <a:srgbClr val="667985"/>
                </a:solidFill>
                <a:latin typeface="Arial"/>
                <a:ea typeface="Arial"/>
                <a:cs typeface="Arial"/>
              </a:defRPr>
            </a:pPr>
            <a:r>
              <a:rPr sz="1050" b="0">
                <a:solidFill>
                  <a:srgbClr val="667985"/>
                </a:solidFill>
                <a:latin typeface="Arial"/>
                <a:ea typeface="Arial"/>
                <a:cs typeface="Arial"/>
              </a:rPr>
              <a:t>unguarded</a:t>
            </a:r>
          </a:p>
        </p:txBody>
      </p:sp>
      <p:sp>
        <p:nvSpPr>
          <p:cNvPr id="12" name="">
            <a:extLst xmlns:a="http://schemas.openxmlformats.org/drawingml/2006/main">
              <a:ext uri="{FF2B5EF4-FFF2-40B4-BE49-F238E27FC236}">
                <a16:creationId xmlns:a16="http://schemas.microsoft.com/office/drawing/2014/main" id="{89112B49-7B19-41A0-9213-6FF33B5CE1C4}"/>
              </a:ext>
            </a:extLst>
          </p:cNvPr>
          <p:cNvSpPr>
            <a:spLocks xmlns:a="http://schemas.openxmlformats.org/drawingml/2006/main" noGrp="1"/>
          </p:cNvSpPr>
          <p:nvPr/>
        </p:nvSpPr>
        <p:spPr>
          <a:xfrm xmlns:a="http://schemas.openxmlformats.org/drawingml/2006/main">
            <a:off x="9296400" y="3552825"/>
            <a:ext cx="762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ctr">
              <a:defRPr sz="1050" b="0">
                <a:solidFill>
                  <a:srgbClr val="667985"/>
                </a:solidFill>
                <a:latin typeface="Arial"/>
                <a:ea typeface="Arial"/>
                <a:cs typeface="Arial"/>
              </a:defRPr>
            </a:pPr>
            <a:r>
              <a:rPr sz="1050" b="0">
                <a:solidFill>
                  <a:srgbClr val="667985"/>
                </a:solidFill>
                <a:latin typeface="Arial"/>
                <a:ea typeface="Arial"/>
                <a:cs typeface="Arial"/>
              </a:rPr>
              <a:t>prompt</a:t>
            </a:r>
          </a:p>
        </p:txBody>
      </p:sp>
      <p:sp>
        <p:nvSpPr>
          <p:cNvPr id="13" name="">
            <a:extLst xmlns:a="http://schemas.openxmlformats.org/drawingml/2006/main">
              <a:ext uri="{FF2B5EF4-FFF2-40B4-BE49-F238E27FC236}">
                <a16:creationId xmlns:a16="http://schemas.microsoft.com/office/drawing/2014/main" id="{437EFFE2-4DC5-4537-8D6C-F3CE7DE56C64}"/>
              </a:ext>
            </a:extLst>
          </p:cNvPr>
          <p:cNvSpPr>
            <a:spLocks xmlns:a="http://schemas.openxmlformats.org/drawingml/2006/main" noGrp="1"/>
          </p:cNvSpPr>
          <p:nvPr/>
        </p:nvSpPr>
        <p:spPr>
          <a:xfrm xmlns:a="http://schemas.openxmlformats.org/drawingml/2006/main">
            <a:off x="10210800" y="3552825"/>
            <a:ext cx="762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ctr">
              <a:defRPr sz="1050" b="0">
                <a:solidFill>
                  <a:srgbClr val="667985"/>
                </a:solidFill>
                <a:latin typeface="Arial"/>
                <a:ea typeface="Arial"/>
                <a:cs typeface="Arial"/>
              </a:defRPr>
            </a:pPr>
            <a:r>
              <a:rPr sz="1050" b="0">
                <a:solidFill>
                  <a:srgbClr val="667985"/>
                </a:solidFill>
                <a:latin typeface="Arial"/>
                <a:ea typeface="Arial"/>
                <a:cs typeface="Arial"/>
              </a:rPr>
              <a:t>full</a:t>
            </a:r>
          </a:p>
        </p:txBody>
      </p:sp>
      <p:sp>
        <p:nvSpPr>
          <p:cNvPr id="14" name="">
            <a:extLst xmlns:a="http://schemas.openxmlformats.org/drawingml/2006/main">
              <a:ext uri="{FF2B5EF4-FFF2-40B4-BE49-F238E27FC236}">
                <a16:creationId xmlns:a16="http://schemas.microsoft.com/office/drawing/2014/main" id="{210A9F3A-3CFF-4B18-8BBB-AE9E730A71C4}"/>
              </a:ext>
            </a:extLst>
          </p:cNvPr>
          <p:cNvSpPr>
            <a:spLocks xmlns:a="http://schemas.openxmlformats.org/drawingml/2006/main" noGrp="1"/>
          </p:cNvSpPr>
          <p:nvPr/>
        </p:nvSpPr>
        <p:spPr>
          <a:xfrm xmlns:a="http://schemas.openxmlformats.org/drawingml/2006/main">
            <a:off x="8191500" y="4267200"/>
            <a:ext cx="2952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ctr">
              <a:defRPr sz="1275" b="1">
                <a:solidFill>
                  <a:srgbClr val="102D42"/>
                </a:solidFill>
                <a:latin typeface="Arial"/>
                <a:ea typeface="Arial"/>
                <a:cs typeface="Arial"/>
              </a:defRPr>
            </a:pPr>
            <a:r>
              <a:rPr sz="1275" b="1">
                <a:solidFill>
                  <a:srgbClr val="102D42"/>
                </a:solidFill>
                <a:latin typeface="Arial"/>
                <a:ea typeface="Arial"/>
                <a:cs typeface="Arial"/>
              </a:rPr>
              <a:t>Same seven attack classes and benign tasks across all three arms.</a:t>
            </a:r>
          </a:p>
        </p:txBody>
      </p:sp>
    </p:spTree>
    <p:extLst>
      <p:ext uri="{BB962C8B-B14F-4D97-AF65-F5344CB8AC3E}">
        <p14:creationId xmlns:p14="http://schemas.microsoft.com/office/powerpoint/2010/main" val="1683040731"/>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93921DD1-3763-4D16-89FB-653BE9F96A09}"/>
              </a:ext>
            </a:extLst>
          </p:cNvPr>
          <p:cNvSpPr>
            <a:spLocks xmlns:a="http://schemas.openxmlformats.org/drawingml/2006/main" noGrp="1"/>
          </p:cNvSpPr>
          <p:nvPr/>
        </p:nvSpPr>
        <p:spPr>
          <a:xfrm xmlns:a="http://schemas.openxmlformats.org/drawingml/2006/main">
            <a:off x="571500" y="285750"/>
            <a:ext cx="428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defRPr sz="975" b="1">
                <a:solidFill>
                  <a:srgbClr val="007F7A"/>
                </a:solidFill>
                <a:latin typeface="Arial"/>
                <a:ea typeface="Arial"/>
                <a:cs typeface="Arial"/>
              </a:defRPr>
            </a:pPr>
            <a:r>
              <a:rPr sz="975" b="1">
                <a:solidFill>
                  <a:srgbClr val="007F7A"/>
                </a:solidFill>
                <a:latin typeface="Arial"/>
                <a:ea typeface="Arial"/>
                <a:cs typeface="Arial"/>
              </a:rPr>
              <a:t>ASSURANCE THAT CAN FALSIFY</a:t>
            </a:r>
          </a:p>
        </p:txBody>
      </p:sp>
      <p:sp>
        <p:nvSpPr>
          <p:cNvPr id="2" name="">
            <a:extLst xmlns:a="http://schemas.openxmlformats.org/drawingml/2006/main">
              <a:ext uri="{FF2B5EF4-FFF2-40B4-BE49-F238E27FC236}">
                <a16:creationId xmlns:a16="http://schemas.microsoft.com/office/drawing/2014/main" id="{5A027FF8-EEEB-44F9-8E66-F01391777637}"/>
              </a:ext>
            </a:extLst>
          </p:cNvPr>
          <p:cNvSpPr>
            <a:spLocks xmlns:a="http://schemas.openxmlformats.org/drawingml/2006/main" noGrp="1"/>
          </p:cNvSpPr>
          <p:nvPr/>
        </p:nvSpPr>
        <p:spPr>
          <a:xfrm xmlns:a="http://schemas.openxmlformats.org/drawingml/2006/main">
            <a:off x="571500" y="552450"/>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defRPr sz="2550" b="1">
                <a:solidFill>
                  <a:srgbClr val="102D42"/>
                </a:solidFill>
                <a:latin typeface="Arial"/>
                <a:ea typeface="Arial"/>
                <a:cs typeface="Arial"/>
              </a:defRPr>
            </a:pPr>
            <a:r>
              <a:rPr sz="2550" b="1">
                <a:solidFill>
                  <a:srgbClr val="102D42"/>
                </a:solidFill>
                <a:latin typeface="Arial"/>
                <a:ea typeface="Arial"/>
                <a:cs typeface="Arial"/>
              </a:rPr>
              <a:t>The tests improved the architecture by finding our own defects</a:t>
            </a:r>
          </a:p>
        </p:txBody>
      </p:sp>
      <p:sp>
        <p:nvSpPr>
          <p:cNvPr id="3" name="">
            <a:extLst xmlns:a="http://schemas.openxmlformats.org/drawingml/2006/main">
              <a:ext uri="{FF2B5EF4-FFF2-40B4-BE49-F238E27FC236}">
                <a16:creationId xmlns:a16="http://schemas.microsoft.com/office/drawing/2014/main" id="{ADE24464-2EC2-44AC-9658-1247AA4616F2}"/>
              </a:ext>
            </a:extLst>
          </p:cNvPr>
          <p:cNvSpPr>
            <a:spLocks xmlns:a="http://schemas.openxmlformats.org/drawingml/2006/main" noGrp="1"/>
          </p:cNvSpPr>
          <p:nvPr/>
        </p:nvSpPr>
        <p:spPr>
          <a:xfrm xmlns:a="http://schemas.openxmlformats.org/drawingml/2006/main">
            <a:off x="571500" y="1200150"/>
            <a:ext cx="11049000" cy="19050"/>
          </a:xfrm>
          <a:prstGeom xmlns:a="http://schemas.openxmlformats.org/drawingml/2006/main" prst="rect">
            <a:avLst/>
          </a:prstGeom>
          <a:solidFill xmlns:a="http://schemas.openxmlformats.org/drawingml/2006/main">
            <a:srgbClr val="CCD8DE"/>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67B9CA22-5951-41D4-A852-97E323559FD4}"/>
              </a:ext>
            </a:extLst>
          </p:cNvPr>
          <p:cNvSpPr>
            <a:spLocks xmlns:a="http://schemas.openxmlformats.org/drawingml/2006/main" noGrp="1"/>
          </p:cNvSpPr>
          <p:nvPr/>
        </p:nvSpPr>
        <p:spPr>
          <a:xfrm xmlns:a="http://schemas.openxmlformats.org/drawingml/2006/main">
            <a:off x="11049000" y="6496050"/>
            <a:ext cx="571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r">
              <a:defRPr sz="825" b="0">
                <a:solidFill>
                  <a:srgbClr val="667985"/>
                </a:solidFill>
                <a:latin typeface="Arial"/>
                <a:ea typeface="Arial"/>
                <a:cs typeface="Arial"/>
              </a:defRPr>
            </a:pPr>
            <a:r>
              <a:rPr sz="825" b="0">
                <a:solidFill>
                  <a:srgbClr val="667985"/>
                </a:solidFill>
                <a:latin typeface="Arial"/>
                <a:ea typeface="Arial"/>
                <a:cs typeface="Arial"/>
              </a:rPr>
              <a:t>10</a:t>
            </a:r>
          </a:p>
        </p:txBody>
      </p:sp>
      <p:sp>
        <p:nvSpPr>
          <p:cNvPr id="5" name="">
            <a:extLst xmlns:a="http://schemas.openxmlformats.org/drawingml/2006/main">
              <a:ext uri="{FF2B5EF4-FFF2-40B4-BE49-F238E27FC236}">
                <a16:creationId xmlns:a16="http://schemas.microsoft.com/office/drawing/2014/main" id="{10991833-A780-4722-AE4C-150C101B9A08}"/>
              </a:ext>
            </a:extLst>
          </p:cNvPr>
          <p:cNvSpPr>
            <a:spLocks xmlns:a="http://schemas.openxmlformats.org/drawingml/2006/main" noGrp="1"/>
          </p:cNvSpPr>
          <p:nvPr/>
        </p:nvSpPr>
        <p:spPr>
          <a:xfrm xmlns:a="http://schemas.openxmlformats.org/drawingml/2006/main">
            <a:off x="666750" y="1809750"/>
            <a:ext cx="2095500" cy="1381125"/>
          </a:xfrm>
          <a:prstGeom xmlns:a="http://schemas.openxmlformats.org/drawingml/2006/main" prst="roundRect">
            <a:avLst>
              <a:gd name="adj" fmla="val 5517"/>
            </a:avLst>
          </a:prstGeom>
          <a:solidFill xmlns:a="http://schemas.openxmlformats.org/drawingml/2006/main">
            <a:srgbClr val="EDF4F8"/>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65205448-4762-4AF8-9093-8459E8FE1986}"/>
              </a:ext>
            </a:extLst>
          </p:cNvPr>
          <p:cNvSpPr>
            <a:spLocks xmlns:a="http://schemas.openxmlformats.org/drawingml/2006/main" noGrp="1"/>
          </p:cNvSpPr>
          <p:nvPr/>
        </p:nvSpPr>
        <p:spPr>
          <a:xfrm xmlns:a="http://schemas.openxmlformats.org/drawingml/2006/main">
            <a:off x="809625" y="2019300"/>
            <a:ext cx="1809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ctr">
              <a:defRPr sz="2625" b="1">
                <a:solidFill>
                  <a:srgbClr val="3977A8"/>
                </a:solidFill>
                <a:latin typeface="Arial"/>
                <a:ea typeface="Arial"/>
                <a:cs typeface="Arial"/>
              </a:defRPr>
            </a:pPr>
            <a:r>
              <a:rPr sz="2625" b="1">
                <a:solidFill>
                  <a:srgbClr val="3977A8"/>
                </a:solidFill>
                <a:latin typeface="Arial"/>
                <a:ea typeface="Arial"/>
                <a:cs typeface="Arial"/>
              </a:rPr>
              <a:t>240</a:t>
            </a:r>
          </a:p>
        </p:txBody>
      </p:sp>
      <p:sp>
        <p:nvSpPr>
          <p:cNvPr id="7" name="">
            <a:extLst xmlns:a="http://schemas.openxmlformats.org/drawingml/2006/main">
              <a:ext uri="{FF2B5EF4-FFF2-40B4-BE49-F238E27FC236}">
                <a16:creationId xmlns:a16="http://schemas.microsoft.com/office/drawing/2014/main" id="{885A5828-364E-4A49-9BB5-A160EB8E5CA9}"/>
              </a:ext>
            </a:extLst>
          </p:cNvPr>
          <p:cNvSpPr>
            <a:spLocks xmlns:a="http://schemas.openxmlformats.org/drawingml/2006/main" noGrp="1"/>
          </p:cNvSpPr>
          <p:nvPr/>
        </p:nvSpPr>
        <p:spPr>
          <a:xfrm xmlns:a="http://schemas.openxmlformats.org/drawingml/2006/main">
            <a:off x="838200" y="2686050"/>
            <a:ext cx="1752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ctr">
              <a:defRPr sz="1125" b="0">
                <a:solidFill>
                  <a:srgbClr val="667985"/>
                </a:solidFill>
                <a:latin typeface="Arial"/>
                <a:ea typeface="Arial"/>
                <a:cs typeface="Arial"/>
              </a:defRPr>
            </a:pPr>
            <a:r>
              <a:rPr sz="1125" b="0">
                <a:solidFill>
                  <a:srgbClr val="667985"/>
                </a:solidFill>
                <a:latin typeface="Arial"/>
                <a:ea typeface="Arial"/>
                <a:cs typeface="Arial"/>
              </a:rPr>
              <a:t>bounded states</a:t>
            </a:r>
          </a:p>
        </p:txBody>
      </p:sp>
      <p:sp>
        <p:nvSpPr>
          <p:cNvPr id="8" name="">
            <a:extLst xmlns:a="http://schemas.openxmlformats.org/drawingml/2006/main">
              <a:ext uri="{FF2B5EF4-FFF2-40B4-BE49-F238E27FC236}">
                <a16:creationId xmlns:a16="http://schemas.microsoft.com/office/drawing/2014/main" id="{F1F08754-6F77-4229-80D1-C95D9158F089}"/>
              </a:ext>
            </a:extLst>
          </p:cNvPr>
          <p:cNvSpPr>
            <a:spLocks xmlns:a="http://schemas.openxmlformats.org/drawingml/2006/main" noGrp="1"/>
          </p:cNvSpPr>
          <p:nvPr/>
        </p:nvSpPr>
        <p:spPr>
          <a:xfrm xmlns:a="http://schemas.openxmlformats.org/drawingml/2006/main">
            <a:off x="3048000" y="1809750"/>
            <a:ext cx="2095500" cy="1381125"/>
          </a:xfrm>
          <a:prstGeom xmlns:a="http://schemas.openxmlformats.org/drawingml/2006/main" prst="roundRect">
            <a:avLst>
              <a:gd name="adj" fmla="val 5517"/>
            </a:avLst>
          </a:prstGeom>
          <a:solidFill xmlns:a="http://schemas.openxmlformats.org/drawingml/2006/main">
            <a:srgbClr val="EDF4F8"/>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455F5488-030E-4D62-AB0E-71FFED812B47}"/>
              </a:ext>
            </a:extLst>
          </p:cNvPr>
          <p:cNvSpPr>
            <a:spLocks xmlns:a="http://schemas.openxmlformats.org/drawingml/2006/main" noGrp="1"/>
          </p:cNvSpPr>
          <p:nvPr/>
        </p:nvSpPr>
        <p:spPr>
          <a:xfrm xmlns:a="http://schemas.openxmlformats.org/drawingml/2006/main">
            <a:off x="3190875" y="2019300"/>
            <a:ext cx="1809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ctr">
              <a:defRPr sz="2625" b="1">
                <a:solidFill>
                  <a:srgbClr val="3977A8"/>
                </a:solidFill>
                <a:latin typeface="Arial"/>
                <a:ea typeface="Arial"/>
                <a:cs typeface="Arial"/>
              </a:defRPr>
            </a:pPr>
            <a:r>
              <a:rPr sz="2625" b="1">
                <a:solidFill>
                  <a:srgbClr val="3977A8"/>
                </a:solidFill>
                <a:latin typeface="Arial"/>
                <a:ea typeface="Arial"/>
                <a:cs typeface="Arial"/>
              </a:rPr>
              <a:t>11</a:t>
            </a:r>
          </a:p>
        </p:txBody>
      </p:sp>
      <p:sp>
        <p:nvSpPr>
          <p:cNvPr id="10" name="">
            <a:extLst xmlns:a="http://schemas.openxmlformats.org/drawingml/2006/main">
              <a:ext uri="{FF2B5EF4-FFF2-40B4-BE49-F238E27FC236}">
                <a16:creationId xmlns:a16="http://schemas.microsoft.com/office/drawing/2014/main" id="{B7A9DD75-0777-4B59-B00E-4D4BD0859F50}"/>
              </a:ext>
            </a:extLst>
          </p:cNvPr>
          <p:cNvSpPr>
            <a:spLocks xmlns:a="http://schemas.openxmlformats.org/drawingml/2006/main" noGrp="1"/>
          </p:cNvSpPr>
          <p:nvPr/>
        </p:nvSpPr>
        <p:spPr>
          <a:xfrm xmlns:a="http://schemas.openxmlformats.org/drawingml/2006/main">
            <a:off x="3219450" y="2686050"/>
            <a:ext cx="1752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ctr">
              <a:defRPr sz="1125" b="0">
                <a:solidFill>
                  <a:srgbClr val="667985"/>
                </a:solidFill>
                <a:latin typeface="Arial"/>
                <a:ea typeface="Arial"/>
                <a:cs typeface="Arial"/>
              </a:defRPr>
            </a:pPr>
            <a:r>
              <a:rPr sz="1125" b="0">
                <a:solidFill>
                  <a:srgbClr val="667985"/>
                </a:solidFill>
                <a:latin typeface="Arial"/>
                <a:ea typeface="Arial"/>
                <a:cs typeface="Arial"/>
              </a:rPr>
              <a:t>denial controls reached</a:t>
            </a:r>
          </a:p>
        </p:txBody>
      </p:sp>
      <p:sp>
        <p:nvSpPr>
          <p:cNvPr id="11" name="">
            <a:extLst xmlns:a="http://schemas.openxmlformats.org/drawingml/2006/main">
              <a:ext uri="{FF2B5EF4-FFF2-40B4-BE49-F238E27FC236}">
                <a16:creationId xmlns:a16="http://schemas.microsoft.com/office/drawing/2014/main" id="{5078FE9F-EEDD-4B6A-9E42-64749E8E7EC7}"/>
              </a:ext>
            </a:extLst>
          </p:cNvPr>
          <p:cNvSpPr>
            <a:spLocks xmlns:a="http://schemas.openxmlformats.org/drawingml/2006/main" noGrp="1"/>
          </p:cNvSpPr>
          <p:nvPr/>
        </p:nvSpPr>
        <p:spPr>
          <a:xfrm xmlns:a="http://schemas.openxmlformats.org/drawingml/2006/main">
            <a:off x="5429250" y="1809750"/>
            <a:ext cx="2095500" cy="1381125"/>
          </a:xfrm>
          <a:prstGeom xmlns:a="http://schemas.openxmlformats.org/drawingml/2006/main" prst="roundRect">
            <a:avLst>
              <a:gd name="adj" fmla="val 5517"/>
            </a:avLst>
          </a:prstGeom>
          <a:solidFill xmlns:a="http://schemas.openxmlformats.org/drawingml/2006/main">
            <a:srgbClr val="EDF4F8"/>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521AFC4A-8BA7-4D5B-A9C8-320703CB5AF9}"/>
              </a:ext>
            </a:extLst>
          </p:cNvPr>
          <p:cNvSpPr>
            <a:spLocks xmlns:a="http://schemas.openxmlformats.org/drawingml/2006/main" noGrp="1"/>
          </p:cNvSpPr>
          <p:nvPr/>
        </p:nvSpPr>
        <p:spPr>
          <a:xfrm xmlns:a="http://schemas.openxmlformats.org/drawingml/2006/main">
            <a:off x="5572125" y="2019300"/>
            <a:ext cx="1809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ctr">
              <a:defRPr sz="2625" b="1">
                <a:solidFill>
                  <a:srgbClr val="3977A8"/>
                </a:solidFill>
                <a:latin typeface="Arial"/>
                <a:ea typeface="Arial"/>
                <a:cs typeface="Arial"/>
              </a:defRPr>
            </a:pPr>
            <a:r>
              <a:rPr sz="2625" b="1">
                <a:solidFill>
                  <a:srgbClr val="3977A8"/>
                </a:solidFill>
                <a:latin typeface="Arial"/>
                <a:ea typeface="Arial"/>
                <a:cs typeface="Arial"/>
              </a:rPr>
              <a:t>8 / 8</a:t>
            </a:r>
          </a:p>
        </p:txBody>
      </p:sp>
      <p:sp>
        <p:nvSpPr>
          <p:cNvPr id="13" name="">
            <a:extLst xmlns:a="http://schemas.openxmlformats.org/drawingml/2006/main">
              <a:ext uri="{FF2B5EF4-FFF2-40B4-BE49-F238E27FC236}">
                <a16:creationId xmlns:a16="http://schemas.microsoft.com/office/drawing/2014/main" id="{929EE4AC-8DFC-488A-BC6E-4249D0FAAA5E}"/>
              </a:ext>
            </a:extLst>
          </p:cNvPr>
          <p:cNvSpPr>
            <a:spLocks xmlns:a="http://schemas.openxmlformats.org/drawingml/2006/main" noGrp="1"/>
          </p:cNvSpPr>
          <p:nvPr/>
        </p:nvSpPr>
        <p:spPr>
          <a:xfrm xmlns:a="http://schemas.openxmlformats.org/drawingml/2006/main">
            <a:off x="5600700" y="2686050"/>
            <a:ext cx="1752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ctr">
              <a:defRPr sz="1125" b="0">
                <a:solidFill>
                  <a:srgbClr val="667985"/>
                </a:solidFill>
                <a:latin typeface="Arial"/>
                <a:ea typeface="Arial"/>
                <a:cs typeface="Arial"/>
              </a:defRPr>
            </a:pPr>
            <a:r>
              <a:rPr sz="1125" b="0">
                <a:solidFill>
                  <a:srgbClr val="667985"/>
                </a:solidFill>
                <a:latin typeface="Arial"/>
                <a:ea typeface="Arial"/>
                <a:cs typeface="Arial"/>
              </a:rPr>
              <a:t>ablations restored harm</a:t>
            </a:r>
          </a:p>
        </p:txBody>
      </p:sp>
      <p:sp>
        <p:nvSpPr>
          <p:cNvPr id="14" name="">
            <a:extLst xmlns:a="http://schemas.openxmlformats.org/drawingml/2006/main">
              <a:ext uri="{FF2B5EF4-FFF2-40B4-BE49-F238E27FC236}">
                <a16:creationId xmlns:a16="http://schemas.microsoft.com/office/drawing/2014/main" id="{233C77C5-6A88-4981-A13E-FBA3B39513F5}"/>
              </a:ext>
            </a:extLst>
          </p:cNvPr>
          <p:cNvSpPr>
            <a:spLocks xmlns:a="http://schemas.openxmlformats.org/drawingml/2006/main" noGrp="1"/>
          </p:cNvSpPr>
          <p:nvPr/>
        </p:nvSpPr>
        <p:spPr>
          <a:xfrm xmlns:a="http://schemas.openxmlformats.org/drawingml/2006/main">
            <a:off x="8143875" y="1657350"/>
            <a:ext cx="3238500" cy="3857625"/>
          </a:xfrm>
          <a:prstGeom xmlns:a="http://schemas.openxmlformats.org/drawingml/2006/main" prst="roundRect">
            <a:avLst>
              <a:gd name="adj" fmla="val 2353"/>
            </a:avLst>
          </a:prstGeom>
          <a:solidFill xmlns:a="http://schemas.openxmlformats.org/drawingml/2006/main">
            <a:srgbClr val="FBEDE9"/>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800C7E63-6A6A-49DE-A1EC-96B813ED3CF3}"/>
              </a:ext>
            </a:extLst>
          </p:cNvPr>
          <p:cNvSpPr>
            <a:spLocks xmlns:a="http://schemas.openxmlformats.org/drawingml/2006/main" noGrp="1"/>
          </p:cNvSpPr>
          <p:nvPr/>
        </p:nvSpPr>
        <p:spPr>
          <a:xfrm xmlns:a="http://schemas.openxmlformats.org/drawingml/2006/main">
            <a:off x="8429625" y="1905000"/>
            <a:ext cx="266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defRPr sz="1125" b="1">
                <a:solidFill>
                  <a:srgbClr val="B84F43"/>
                </a:solidFill>
                <a:latin typeface="Arial"/>
                <a:ea typeface="Arial"/>
                <a:cs typeface="Arial"/>
              </a:defRPr>
            </a:pPr>
            <a:r>
              <a:rPr sz="1125" b="1">
                <a:solidFill>
                  <a:srgbClr val="B84F43"/>
                </a:solidFill>
                <a:latin typeface="Arial"/>
                <a:ea typeface="Arial"/>
                <a:cs typeface="Arial"/>
              </a:rPr>
              <a:t>DEFECTS FOUND</a:t>
            </a:r>
          </a:p>
        </p:txBody>
      </p:sp>
      <p:sp>
        <p:nvSpPr>
          <p:cNvPr id="16" name="">
            <a:extLst xmlns:a="http://schemas.openxmlformats.org/drawingml/2006/main">
              <a:ext uri="{FF2B5EF4-FFF2-40B4-BE49-F238E27FC236}">
                <a16:creationId xmlns:a16="http://schemas.microsoft.com/office/drawing/2014/main" id="{D91093FE-EEB7-41F6-B328-084D127C5434}"/>
              </a:ext>
            </a:extLst>
          </p:cNvPr>
          <p:cNvSpPr>
            <a:spLocks xmlns:a="http://schemas.openxmlformats.org/drawingml/2006/main" noGrp="1"/>
          </p:cNvSpPr>
          <p:nvPr/>
        </p:nvSpPr>
        <p:spPr>
          <a:xfrm xmlns:a="http://schemas.openxmlformats.org/drawingml/2006/main">
            <a:off x="8439150" y="2476500"/>
            <a:ext cx="342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defRPr sz="1875" b="1">
                <a:solidFill>
                  <a:srgbClr val="E66A4E"/>
                </a:solidFill>
                <a:latin typeface="Arial"/>
                <a:ea typeface="Arial"/>
                <a:cs typeface="Arial"/>
              </a:defRPr>
            </a:pPr>
            <a:r>
              <a:rPr sz="1875" b="1">
                <a:solidFill>
                  <a:srgbClr val="E66A4E"/>
                </a:solidFill>
                <a:latin typeface="Arial"/>
                <a:ea typeface="Arial"/>
                <a:cs typeface="Arial"/>
              </a:rPr>
              <a:t>1</a:t>
            </a:r>
          </a:p>
        </p:txBody>
      </p:sp>
      <p:sp>
        <p:nvSpPr>
          <p:cNvPr id="17" name="">
            <a:extLst xmlns:a="http://schemas.openxmlformats.org/drawingml/2006/main">
              <a:ext uri="{FF2B5EF4-FFF2-40B4-BE49-F238E27FC236}">
                <a16:creationId xmlns:a16="http://schemas.microsoft.com/office/drawing/2014/main" id="{3F828BF6-6B03-4ACE-A9A9-BCFA4F9D48E0}"/>
              </a:ext>
            </a:extLst>
          </p:cNvPr>
          <p:cNvSpPr>
            <a:spLocks xmlns:a="http://schemas.openxmlformats.org/drawingml/2006/main" noGrp="1"/>
          </p:cNvSpPr>
          <p:nvPr/>
        </p:nvSpPr>
        <p:spPr>
          <a:xfrm xmlns:a="http://schemas.openxmlformats.org/drawingml/2006/main">
            <a:off x="8858250" y="2419350"/>
            <a:ext cx="22383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defRPr sz="1350" b="1">
                <a:solidFill>
                  <a:srgbClr val="102D42"/>
                </a:solidFill>
                <a:latin typeface="Arial"/>
                <a:ea typeface="Arial"/>
                <a:cs typeface="Arial"/>
              </a:defRPr>
            </a:pPr>
            <a:r>
              <a:rPr sz="1350" b="1">
                <a:solidFill>
                  <a:srgbClr val="102D42"/>
                </a:solidFill>
                <a:latin typeface="Arial"/>
                <a:ea typeface="Arial"/>
                <a:cs typeface="Arial"/>
              </a:rPr>
              <a:t>Some tests hit signature checks before the claimed control.</a:t>
            </a:r>
          </a:p>
        </p:txBody>
      </p:sp>
      <p:sp>
        <p:nvSpPr>
          <p:cNvPr id="18" name="">
            <a:extLst xmlns:a="http://schemas.openxmlformats.org/drawingml/2006/main">
              <a:ext uri="{FF2B5EF4-FFF2-40B4-BE49-F238E27FC236}">
                <a16:creationId xmlns:a16="http://schemas.microsoft.com/office/drawing/2014/main" id="{9EC15784-1B6F-4756-8E1A-ABFBD35E6A5A}"/>
              </a:ext>
            </a:extLst>
          </p:cNvPr>
          <p:cNvSpPr>
            <a:spLocks xmlns:a="http://schemas.openxmlformats.org/drawingml/2006/main" noGrp="1"/>
          </p:cNvSpPr>
          <p:nvPr/>
        </p:nvSpPr>
        <p:spPr>
          <a:xfrm xmlns:a="http://schemas.openxmlformats.org/drawingml/2006/main">
            <a:off x="8439150" y="3486150"/>
            <a:ext cx="342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defRPr sz="1875" b="1">
                <a:solidFill>
                  <a:srgbClr val="E66A4E"/>
                </a:solidFill>
                <a:latin typeface="Arial"/>
                <a:ea typeface="Arial"/>
                <a:cs typeface="Arial"/>
              </a:defRPr>
            </a:pPr>
            <a:r>
              <a:rPr sz="1875" b="1">
                <a:solidFill>
                  <a:srgbClr val="E66A4E"/>
                </a:solidFill>
                <a:latin typeface="Arial"/>
                <a:ea typeface="Arial"/>
                <a:cs typeface="Arial"/>
              </a:rPr>
              <a:t>2</a:t>
            </a:r>
          </a:p>
        </p:txBody>
      </p:sp>
      <p:sp>
        <p:nvSpPr>
          <p:cNvPr id="19" name="">
            <a:extLst xmlns:a="http://schemas.openxmlformats.org/drawingml/2006/main">
              <a:ext uri="{FF2B5EF4-FFF2-40B4-BE49-F238E27FC236}">
                <a16:creationId xmlns:a16="http://schemas.microsoft.com/office/drawing/2014/main" id="{150ED0E8-0181-411B-A4F5-D9BB0F1B4AA6}"/>
              </a:ext>
            </a:extLst>
          </p:cNvPr>
          <p:cNvSpPr>
            <a:spLocks xmlns:a="http://schemas.openxmlformats.org/drawingml/2006/main" noGrp="1"/>
          </p:cNvSpPr>
          <p:nvPr/>
        </p:nvSpPr>
        <p:spPr>
          <a:xfrm xmlns:a="http://schemas.openxmlformats.org/drawingml/2006/main">
            <a:off x="8858250" y="3429000"/>
            <a:ext cx="22383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defRPr sz="1350" b="1">
                <a:solidFill>
                  <a:srgbClr val="102D42"/>
                </a:solidFill>
                <a:latin typeface="Arial"/>
                <a:ea typeface="Arial"/>
                <a:cs typeface="Arial"/>
              </a:defRPr>
            </a:pPr>
            <a:r>
              <a:rPr sz="1350" b="1">
                <a:solidFill>
                  <a:srgbClr val="102D42"/>
                </a:solidFill>
                <a:latin typeface="Arial"/>
                <a:ea typeface="Arial"/>
                <a:cs typeface="Arial"/>
              </a:rPr>
              <a:t>The first SQL evidence adapter failed to enforce its write key.</a:t>
            </a:r>
          </a:p>
        </p:txBody>
      </p:sp>
      <p:sp>
        <p:nvSpPr>
          <p:cNvPr id="20" name="">
            <a:extLst xmlns:a="http://schemas.openxmlformats.org/drawingml/2006/main">
              <a:ext uri="{FF2B5EF4-FFF2-40B4-BE49-F238E27FC236}">
                <a16:creationId xmlns:a16="http://schemas.microsoft.com/office/drawing/2014/main" id="{88B1FB22-BEE0-40CD-9339-DDA323D8D5D0}"/>
              </a:ext>
            </a:extLst>
          </p:cNvPr>
          <p:cNvSpPr>
            <a:spLocks xmlns:a="http://schemas.openxmlformats.org/drawingml/2006/main" noGrp="1"/>
          </p:cNvSpPr>
          <p:nvPr/>
        </p:nvSpPr>
        <p:spPr>
          <a:xfrm xmlns:a="http://schemas.openxmlformats.org/drawingml/2006/main">
            <a:off x="8439150" y="4762500"/>
            <a:ext cx="2667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ctr">
              <a:defRPr sz="1275" b="1">
                <a:solidFill>
                  <a:srgbClr val="B84F43"/>
                </a:solidFill>
                <a:latin typeface="Arial"/>
                <a:ea typeface="Arial"/>
                <a:cs typeface="Arial"/>
              </a:defRPr>
            </a:pPr>
            <a:r>
              <a:rPr sz="1275" b="1">
                <a:solidFill>
                  <a:srgbClr val="B84F43"/>
                </a:solidFill>
                <a:latin typeface="Arial"/>
                <a:ea typeface="Arial"/>
                <a:cs typeface="Arial"/>
              </a:rPr>
              <a:t>Both became regression tests.</a:t>
            </a:r>
          </a:p>
        </p:txBody>
      </p:sp>
      <p:sp>
        <p:nvSpPr>
          <p:cNvPr id="21" name="">
            <a:extLst xmlns:a="http://schemas.openxmlformats.org/drawingml/2006/main">
              <a:ext uri="{FF2B5EF4-FFF2-40B4-BE49-F238E27FC236}">
                <a16:creationId xmlns:a16="http://schemas.microsoft.com/office/drawing/2014/main" id="{6DBD7CB8-8AE2-49F9-A3CC-E990AE976B4A}"/>
              </a:ext>
            </a:extLst>
          </p:cNvPr>
          <p:cNvSpPr>
            <a:spLocks xmlns:a="http://schemas.openxmlformats.org/drawingml/2006/main" noGrp="1"/>
          </p:cNvSpPr>
          <p:nvPr/>
        </p:nvSpPr>
        <p:spPr>
          <a:xfrm xmlns:a="http://schemas.openxmlformats.org/drawingml/2006/main">
            <a:off x="1000125" y="4333875"/>
            <a:ext cx="6429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ctr">
              <a:defRPr sz="2175" b="1">
                <a:solidFill>
                  <a:srgbClr val="007F7A"/>
                </a:solidFill>
                <a:latin typeface="Arial"/>
                <a:ea typeface="Arial"/>
                <a:cs typeface="Arial"/>
              </a:defRPr>
            </a:pPr>
            <a:r>
              <a:rPr sz="2175" b="1">
                <a:solidFill>
                  <a:srgbClr val="007F7A"/>
                </a:solidFill>
                <a:latin typeface="Arial"/>
                <a:ea typeface="Arial"/>
                <a:cs typeface="Arial"/>
              </a:rPr>
              <a:t>A framework that cannot reveal a defect is only decoration.</a:t>
            </a:r>
          </a:p>
        </p:txBody>
      </p:sp>
    </p:spTree>
    <p:extLst>
      <p:ext uri="{BB962C8B-B14F-4D97-AF65-F5344CB8AC3E}">
        <p14:creationId xmlns:p14="http://schemas.microsoft.com/office/powerpoint/2010/main" val="146981449"/>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F7D56F4E-6BB6-4593-9C00-B2B1AE7D827C}"/>
              </a:ext>
            </a:extLst>
          </p:cNvPr>
          <p:cNvSpPr>
            <a:spLocks xmlns:a="http://schemas.openxmlformats.org/drawingml/2006/main" noGrp="1"/>
          </p:cNvSpPr>
          <p:nvPr/>
        </p:nvSpPr>
        <p:spPr>
          <a:xfrm xmlns:a="http://schemas.openxmlformats.org/drawingml/2006/main">
            <a:off x="571500" y="285750"/>
            <a:ext cx="428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defRPr sz="975" b="1">
                <a:solidFill>
                  <a:srgbClr val="007F7A"/>
                </a:solidFill>
                <a:latin typeface="Arial"/>
                <a:ea typeface="Arial"/>
                <a:cs typeface="Arial"/>
              </a:defRPr>
            </a:pPr>
            <a:r>
              <a:rPr sz="975" b="1">
                <a:solidFill>
                  <a:srgbClr val="007F7A"/>
                </a:solidFill>
                <a:latin typeface="Arial"/>
                <a:ea typeface="Arial"/>
                <a:cs typeface="Arial"/>
              </a:rPr>
              <a:t>SUPPLEMENTAL SQLITE FIXTURES</a:t>
            </a:r>
          </a:p>
        </p:txBody>
      </p:sp>
      <p:sp>
        <p:nvSpPr>
          <p:cNvPr id="2" name="">
            <a:extLst xmlns:a="http://schemas.openxmlformats.org/drawingml/2006/main">
              <a:ext uri="{FF2B5EF4-FFF2-40B4-BE49-F238E27FC236}">
                <a16:creationId xmlns:a16="http://schemas.microsoft.com/office/drawing/2014/main" id="{9BEBB964-1B42-45B8-9F8F-501F3C2136FE}"/>
              </a:ext>
            </a:extLst>
          </p:cNvPr>
          <p:cNvSpPr>
            <a:spLocks xmlns:a="http://schemas.openxmlformats.org/drawingml/2006/main" noGrp="1"/>
          </p:cNvSpPr>
          <p:nvPr/>
        </p:nvSpPr>
        <p:spPr>
          <a:xfrm xmlns:a="http://schemas.openxmlformats.org/drawingml/2006/main">
            <a:off x="571500" y="552450"/>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defRPr sz="2550" b="1">
                <a:solidFill>
                  <a:srgbClr val="102D42"/>
                </a:solidFill>
                <a:latin typeface="Arial"/>
                <a:ea typeface="Arial"/>
                <a:cs typeface="Arial"/>
              </a:defRPr>
            </a:pPr>
            <a:r>
              <a:rPr sz="2550" b="1">
                <a:solidFill>
                  <a:srgbClr val="102D42"/>
                </a:solidFill>
                <a:latin typeface="Arial"/>
                <a:ea typeface="Arial"/>
                <a:cs typeface="Arial"/>
              </a:rPr>
              <a:t>Independent processes and crash recovery</a:t>
            </a:r>
          </a:p>
        </p:txBody>
      </p:sp>
      <p:sp>
        <p:nvSpPr>
          <p:cNvPr id="3" name="">
            <a:extLst xmlns:a="http://schemas.openxmlformats.org/drawingml/2006/main">
              <a:ext uri="{FF2B5EF4-FFF2-40B4-BE49-F238E27FC236}">
                <a16:creationId xmlns:a16="http://schemas.microsoft.com/office/drawing/2014/main" id="{C08C3FA8-61EC-4866-8E08-4BD64FC46DA2}"/>
              </a:ext>
            </a:extLst>
          </p:cNvPr>
          <p:cNvSpPr>
            <a:spLocks xmlns:a="http://schemas.openxmlformats.org/drawingml/2006/main" noGrp="1"/>
          </p:cNvSpPr>
          <p:nvPr/>
        </p:nvSpPr>
        <p:spPr>
          <a:xfrm xmlns:a="http://schemas.openxmlformats.org/drawingml/2006/main">
            <a:off x="571500" y="1200150"/>
            <a:ext cx="11049000" cy="19050"/>
          </a:xfrm>
          <a:prstGeom xmlns:a="http://schemas.openxmlformats.org/drawingml/2006/main" prst="rect">
            <a:avLst/>
          </a:prstGeom>
          <a:solidFill xmlns:a="http://schemas.openxmlformats.org/drawingml/2006/main">
            <a:srgbClr val="CCD8DE"/>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E6DAC30E-CD1C-45CA-8BDC-745B53D0B8DC}"/>
              </a:ext>
            </a:extLst>
          </p:cNvPr>
          <p:cNvSpPr>
            <a:spLocks xmlns:a="http://schemas.openxmlformats.org/drawingml/2006/main" noGrp="1"/>
          </p:cNvSpPr>
          <p:nvPr/>
        </p:nvSpPr>
        <p:spPr>
          <a:xfrm xmlns:a="http://schemas.openxmlformats.org/drawingml/2006/main">
            <a:off x="11049000" y="6496050"/>
            <a:ext cx="571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r">
              <a:defRPr sz="825" b="0">
                <a:solidFill>
                  <a:srgbClr val="667985"/>
                </a:solidFill>
                <a:latin typeface="Arial"/>
                <a:ea typeface="Arial"/>
                <a:cs typeface="Arial"/>
              </a:defRPr>
            </a:pPr>
            <a:r>
              <a:rPr sz="825" b="0">
                <a:solidFill>
                  <a:srgbClr val="667985"/>
                </a:solidFill>
                <a:latin typeface="Arial"/>
                <a:ea typeface="Arial"/>
                <a:cs typeface="Arial"/>
              </a:rPr>
              <a:t>11</a:t>
            </a:r>
          </a:p>
        </p:txBody>
      </p:sp>
      <p:sp>
        <p:nvSpPr>
          <p:cNvPr id="5" name="">
            <a:extLst xmlns:a="http://schemas.openxmlformats.org/drawingml/2006/main">
              <a:ext uri="{FF2B5EF4-FFF2-40B4-BE49-F238E27FC236}">
                <a16:creationId xmlns:a16="http://schemas.microsoft.com/office/drawing/2014/main" id="{AF09435D-C686-44EE-B9AD-2A601CA1CD82}"/>
              </a:ext>
            </a:extLst>
          </p:cNvPr>
          <p:cNvSpPr>
            <a:spLocks xmlns:a="http://schemas.openxmlformats.org/drawingml/2006/main" noGrp="1"/>
          </p:cNvSpPr>
          <p:nvPr/>
        </p:nvSpPr>
        <p:spPr>
          <a:xfrm xmlns:a="http://schemas.openxmlformats.org/drawingml/2006/main">
            <a:off x="666750" y="1762125"/>
            <a:ext cx="4000500" cy="3429000"/>
          </a:xfrm>
          <a:prstGeom xmlns:a="http://schemas.openxmlformats.org/drawingml/2006/main" prst="roundRect">
            <a:avLst>
              <a:gd name="adj" fmla="val 2222"/>
            </a:avLst>
          </a:prstGeom>
          <a:solidFill xmlns:a="http://schemas.openxmlformats.org/drawingml/2006/main">
            <a:srgbClr val="102D42"/>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D4542911-27B3-4C08-BCB7-E2ABA494C368}"/>
              </a:ext>
            </a:extLst>
          </p:cNvPr>
          <p:cNvSpPr>
            <a:spLocks xmlns:a="http://schemas.openxmlformats.org/drawingml/2006/main" noGrp="1"/>
          </p:cNvSpPr>
          <p:nvPr/>
        </p:nvSpPr>
        <p:spPr>
          <a:xfrm xmlns:a="http://schemas.openxmlformats.org/drawingml/2006/main">
            <a:off x="1000125" y="2076450"/>
            <a:ext cx="3333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ctr">
              <a:defRPr sz="4650" b="1">
                <a:solidFill>
                  <a:srgbClr val="FFFFFF"/>
                </a:solidFill>
                <a:latin typeface="Arial"/>
                <a:ea typeface="Arial"/>
                <a:cs typeface="Arial"/>
              </a:defRPr>
            </a:pPr>
            <a:r>
              <a:rPr sz="4650" b="1">
                <a:solidFill>
                  <a:srgbClr val="FFFFFF"/>
                </a:solidFill>
                <a:latin typeface="Arial"/>
                <a:ea typeface="Arial"/>
                <a:cs typeface="Arial"/>
              </a:rPr>
              <a:t>8</a:t>
            </a:r>
          </a:p>
        </p:txBody>
      </p:sp>
      <p:sp>
        <p:nvSpPr>
          <p:cNvPr id="7" name="">
            <a:extLst xmlns:a="http://schemas.openxmlformats.org/drawingml/2006/main">
              <a:ext uri="{FF2B5EF4-FFF2-40B4-BE49-F238E27FC236}">
                <a16:creationId xmlns:a16="http://schemas.microsoft.com/office/drawing/2014/main" id="{8E7E9E8D-C677-456A-B7A1-CAD38EA2C188}"/>
              </a:ext>
            </a:extLst>
          </p:cNvPr>
          <p:cNvSpPr>
            <a:spLocks xmlns:a="http://schemas.openxmlformats.org/drawingml/2006/main" noGrp="1"/>
          </p:cNvSpPr>
          <p:nvPr/>
        </p:nvSpPr>
        <p:spPr>
          <a:xfrm xmlns:a="http://schemas.openxmlformats.org/drawingml/2006/main">
            <a:off x="1000125" y="2876550"/>
            <a:ext cx="3333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ctr">
              <a:defRPr sz="1500" b="0">
                <a:solidFill>
                  <a:srgbClr val="C7D8E0"/>
                </a:solidFill>
                <a:latin typeface="Arial"/>
                <a:ea typeface="Arial"/>
                <a:cs typeface="Arial"/>
              </a:defRPr>
            </a:pPr>
            <a:r>
              <a:rPr sz="1500" b="0">
                <a:solidFill>
                  <a:srgbClr val="C7D8E0"/>
                </a:solidFill>
                <a:latin typeface="Arial"/>
                <a:ea typeface="Arial"/>
                <a:cs typeface="Arial"/>
              </a:rPr>
              <a:t>independent processes</a:t>
            </a:r>
          </a:p>
        </p:txBody>
      </p:sp>
      <p:sp>
        <p:nvSpPr>
          <p:cNvPr id="8" name="">
            <a:extLst xmlns:a="http://schemas.openxmlformats.org/drawingml/2006/main">
              <a:ext uri="{FF2B5EF4-FFF2-40B4-BE49-F238E27FC236}">
                <a16:creationId xmlns:a16="http://schemas.microsoft.com/office/drawing/2014/main" id="{74A1FC93-AE2E-4372-8A7C-F2580F9EC017}"/>
              </a:ext>
            </a:extLst>
          </p:cNvPr>
          <p:cNvSpPr>
            <a:spLocks xmlns:a="http://schemas.openxmlformats.org/drawingml/2006/main" noGrp="1"/>
          </p:cNvSpPr>
          <p:nvPr/>
        </p:nvSpPr>
        <p:spPr>
          <a:xfrm xmlns:a="http://schemas.openxmlformats.org/drawingml/2006/main">
            <a:off x="2286000" y="3400425"/>
            <a:ext cx="762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ctr">
              <a:defRPr sz="2850" b="1">
                <a:solidFill>
                  <a:srgbClr val="E5B14C"/>
                </a:solidFill>
                <a:latin typeface="Arial"/>
                <a:ea typeface="Arial"/>
                <a:cs typeface="Arial"/>
              </a:defRPr>
            </a:pPr>
            <a:r>
              <a:rPr sz="2850" b="1">
                <a:solidFill>
                  <a:srgbClr val="E5B14C"/>
                </a:solidFill>
                <a:latin typeface="Arial"/>
                <a:ea typeface="Arial"/>
                <a:cs typeface="Arial"/>
              </a:rPr>
              <a:t>↓</a:t>
            </a:r>
          </a:p>
        </p:txBody>
      </p:sp>
      <p:sp>
        <p:nvSpPr>
          <p:cNvPr id="9" name="">
            <a:extLst xmlns:a="http://schemas.openxmlformats.org/drawingml/2006/main">
              <a:ext uri="{FF2B5EF4-FFF2-40B4-BE49-F238E27FC236}">
                <a16:creationId xmlns:a16="http://schemas.microsoft.com/office/drawing/2014/main" id="{FB74A166-DDAB-45B9-89B2-505213EDCE05}"/>
              </a:ext>
            </a:extLst>
          </p:cNvPr>
          <p:cNvSpPr>
            <a:spLocks xmlns:a="http://schemas.openxmlformats.org/drawingml/2006/main" noGrp="1"/>
          </p:cNvSpPr>
          <p:nvPr/>
        </p:nvSpPr>
        <p:spPr>
          <a:xfrm xmlns:a="http://schemas.openxmlformats.org/drawingml/2006/main">
            <a:off x="1000125" y="4000500"/>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ctr">
              <a:defRPr sz="1650" b="1">
                <a:solidFill>
                  <a:srgbClr val="FFFFFF"/>
                </a:solidFill>
                <a:latin typeface="Arial"/>
                <a:ea typeface="Arial"/>
                <a:cs typeface="Arial"/>
              </a:defRPr>
            </a:pPr>
            <a:r>
              <a:rPr sz="1650" b="1">
                <a:solidFill>
                  <a:srgbClr val="FFFFFF"/>
                </a:solidFill>
                <a:latin typeface="Arial"/>
                <a:ea typeface="Arial"/>
                <a:cs typeface="Arial"/>
              </a:rPr>
              <a:t>1 mutation and 1 receipt</a:t>
            </a:r>
          </a:p>
          <a:p xmlns:a="http://schemas.openxmlformats.org/drawingml/2006/main">
            <a:pPr algn="ctr">
              <a:defRPr sz="1650" b="1">
                <a:solidFill>
                  <a:srgbClr val="FFFFFF"/>
                </a:solidFill>
                <a:latin typeface="Arial"/>
                <a:ea typeface="Arial"/>
                <a:cs typeface="Arial"/>
              </a:defRPr>
            </a:pPr>
            <a:r>
              <a:rPr sz="1650" b="1">
                <a:solidFill>
                  <a:srgbClr val="FFFFFF"/>
                </a:solidFill>
                <a:latin typeface="Arial"/>
                <a:ea typeface="Arial"/>
                <a:cs typeface="Arial"/>
              </a:rPr>
              <a:t>7 safe replay responses</a:t>
            </a:r>
          </a:p>
        </p:txBody>
      </p:sp>
      <p:sp>
        <p:nvSpPr>
          <p:cNvPr id="10" name="">
            <a:extLst xmlns:a="http://schemas.openxmlformats.org/drawingml/2006/main">
              <a:ext uri="{FF2B5EF4-FFF2-40B4-BE49-F238E27FC236}">
                <a16:creationId xmlns:a16="http://schemas.microsoft.com/office/drawing/2014/main" id="{D148CA39-3429-4CB9-9432-06034D5A31E8}"/>
              </a:ext>
            </a:extLst>
          </p:cNvPr>
          <p:cNvSpPr>
            <a:spLocks xmlns:a="http://schemas.openxmlformats.org/drawingml/2006/main" noGrp="1"/>
          </p:cNvSpPr>
          <p:nvPr/>
        </p:nvSpPr>
        <p:spPr>
          <a:xfrm xmlns:a="http://schemas.openxmlformats.org/drawingml/2006/main">
            <a:off x="5143500" y="1762125"/>
            <a:ext cx="6381750" cy="3429000"/>
          </a:xfrm>
          <a:prstGeom xmlns:a="http://schemas.openxmlformats.org/drawingml/2006/main" prst="roundRect">
            <a:avLst>
              <a:gd name="adj" fmla="val 2222"/>
            </a:avLst>
          </a:prstGeom>
          <a:solidFill xmlns:a="http://schemas.openxmlformats.org/drawingml/2006/main">
            <a:srgbClr val="F5F7F8"/>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579DD8D0-DE43-4016-BEA6-65B0CF1E8CC4}"/>
              </a:ext>
            </a:extLst>
          </p:cNvPr>
          <p:cNvSpPr>
            <a:spLocks xmlns:a="http://schemas.openxmlformats.org/drawingml/2006/main" noGrp="1"/>
          </p:cNvSpPr>
          <p:nvPr/>
        </p:nvSpPr>
        <p:spPr>
          <a:xfrm xmlns:a="http://schemas.openxmlformats.org/drawingml/2006/main">
            <a:off x="5476875" y="2019300"/>
            <a:ext cx="5334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defRPr sz="1125" b="1">
                <a:solidFill>
                  <a:srgbClr val="007F7A"/>
                </a:solidFill>
                <a:latin typeface="Arial"/>
                <a:ea typeface="Arial"/>
                <a:cs typeface="Arial"/>
              </a:defRPr>
            </a:pPr>
            <a:r>
              <a:rPr sz="1125" b="1">
                <a:solidFill>
                  <a:srgbClr val="007F7A"/>
                </a:solidFill>
                <a:latin typeface="Arial"/>
                <a:ea typeface="Arial"/>
                <a:cs typeface="Arial"/>
              </a:rPr>
              <a:t>FOUR ABRUPT-EXIT CHECKPOINTS</a:t>
            </a:r>
          </a:p>
        </p:txBody>
      </p:sp>
      <p:sp>
        <p:nvSpPr>
          <p:cNvPr id="12" name="">
            <a:extLst xmlns:a="http://schemas.openxmlformats.org/drawingml/2006/main">
              <a:ext uri="{FF2B5EF4-FFF2-40B4-BE49-F238E27FC236}">
                <a16:creationId xmlns:a16="http://schemas.microsoft.com/office/drawing/2014/main" id="{041D41B4-74FB-4B27-8D6F-0759FA259765}"/>
              </a:ext>
            </a:extLst>
          </p:cNvPr>
          <p:cNvSpPr>
            <a:spLocks xmlns:a="http://schemas.openxmlformats.org/drawingml/2006/main" noGrp="1"/>
          </p:cNvSpPr>
          <p:nvPr/>
        </p:nvSpPr>
        <p:spPr>
          <a:xfrm xmlns:a="http://schemas.openxmlformats.org/drawingml/2006/main">
            <a:off x="5476875" y="2628900"/>
            <a:ext cx="1238250" cy="666750"/>
          </a:xfrm>
          <a:prstGeom xmlns:a="http://schemas.openxmlformats.org/drawingml/2006/main" prst="roundRect">
            <a:avLst>
              <a:gd name="adj" fmla="val 11429"/>
            </a:avLst>
          </a:prstGeom>
          <a:solidFill xmlns:a="http://schemas.openxmlformats.org/drawingml/2006/main">
            <a:srgbClr val="E8F3F2"/>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F219C178-6124-4E2E-AE20-10F5F57A4519}"/>
              </a:ext>
            </a:extLst>
          </p:cNvPr>
          <p:cNvSpPr>
            <a:spLocks xmlns:a="http://schemas.openxmlformats.org/drawingml/2006/main" noGrp="1"/>
          </p:cNvSpPr>
          <p:nvPr/>
        </p:nvSpPr>
        <p:spPr>
          <a:xfrm xmlns:a="http://schemas.openxmlformats.org/drawingml/2006/main">
            <a:off x="5543550" y="2771775"/>
            <a:ext cx="11049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ctr">
              <a:defRPr sz="1275" b="1">
                <a:solidFill>
                  <a:srgbClr val="102D42"/>
                </a:solidFill>
                <a:latin typeface="Arial"/>
                <a:ea typeface="Arial"/>
                <a:cs typeface="Arial"/>
              </a:defRPr>
            </a:pPr>
            <a:r>
              <a:rPr sz="1275" b="1">
                <a:solidFill>
                  <a:srgbClr val="102D42"/>
                </a:solidFill>
                <a:latin typeface="Arial"/>
                <a:ea typeface="Arial"/>
                <a:cs typeface="Arial"/>
              </a:rPr>
              <a:t>intent</a:t>
            </a:r>
          </a:p>
        </p:txBody>
      </p:sp>
      <p:sp>
        <p:nvSpPr>
          <p:cNvPr id="14" name="">
            <a:extLst xmlns:a="http://schemas.openxmlformats.org/drawingml/2006/main">
              <a:ext uri="{FF2B5EF4-FFF2-40B4-BE49-F238E27FC236}">
                <a16:creationId xmlns:a16="http://schemas.microsoft.com/office/drawing/2014/main" id="{33F48184-B535-4C6B-B870-793717F67F66}"/>
              </a:ext>
            </a:extLst>
          </p:cNvPr>
          <p:cNvSpPr>
            <a:spLocks xmlns:a="http://schemas.openxmlformats.org/drawingml/2006/main" noGrp="1"/>
          </p:cNvSpPr>
          <p:nvPr/>
        </p:nvSpPr>
        <p:spPr>
          <a:xfrm xmlns:a="http://schemas.openxmlformats.org/drawingml/2006/main">
            <a:off x="6905625" y="2628900"/>
            <a:ext cx="1238250" cy="666750"/>
          </a:xfrm>
          <a:prstGeom xmlns:a="http://schemas.openxmlformats.org/drawingml/2006/main" prst="roundRect">
            <a:avLst>
              <a:gd name="adj" fmla="val 11429"/>
            </a:avLst>
          </a:prstGeom>
          <a:solidFill xmlns:a="http://schemas.openxmlformats.org/drawingml/2006/main">
            <a:srgbClr val="FBEDE9"/>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A78E2F79-5659-42FE-92D4-A9D08594DCB1}"/>
              </a:ext>
            </a:extLst>
          </p:cNvPr>
          <p:cNvSpPr>
            <a:spLocks xmlns:a="http://schemas.openxmlformats.org/drawingml/2006/main" noGrp="1"/>
          </p:cNvSpPr>
          <p:nvPr/>
        </p:nvSpPr>
        <p:spPr>
          <a:xfrm xmlns:a="http://schemas.openxmlformats.org/drawingml/2006/main">
            <a:off x="6972300" y="2771775"/>
            <a:ext cx="11049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ctr">
              <a:defRPr sz="1275" b="1">
                <a:solidFill>
                  <a:srgbClr val="B84F43"/>
                </a:solidFill>
                <a:latin typeface="Arial"/>
                <a:ea typeface="Arial"/>
                <a:cs typeface="Arial"/>
              </a:defRPr>
            </a:pPr>
            <a:r>
              <a:rPr sz="1275" b="1">
                <a:solidFill>
                  <a:srgbClr val="B84F43"/>
                </a:solidFill>
                <a:latin typeface="Arial"/>
                <a:ea typeface="Arial"/>
                <a:cs typeface="Arial"/>
              </a:rPr>
              <a:t>mutation</a:t>
            </a:r>
          </a:p>
        </p:txBody>
      </p:sp>
      <p:sp>
        <p:nvSpPr>
          <p:cNvPr id="16" name="">
            <a:extLst xmlns:a="http://schemas.openxmlformats.org/drawingml/2006/main">
              <a:ext uri="{FF2B5EF4-FFF2-40B4-BE49-F238E27FC236}">
                <a16:creationId xmlns:a16="http://schemas.microsoft.com/office/drawing/2014/main" id="{D782FE6B-55E8-4765-AA0F-B24BEA5D4E47}"/>
              </a:ext>
            </a:extLst>
          </p:cNvPr>
          <p:cNvSpPr>
            <a:spLocks xmlns:a="http://schemas.openxmlformats.org/drawingml/2006/main" noGrp="1"/>
          </p:cNvSpPr>
          <p:nvPr/>
        </p:nvSpPr>
        <p:spPr>
          <a:xfrm xmlns:a="http://schemas.openxmlformats.org/drawingml/2006/main">
            <a:off x="8334375" y="2628900"/>
            <a:ext cx="1238250" cy="666750"/>
          </a:xfrm>
          <a:prstGeom xmlns:a="http://schemas.openxmlformats.org/drawingml/2006/main" prst="roundRect">
            <a:avLst>
              <a:gd name="adj" fmla="val 11429"/>
            </a:avLst>
          </a:prstGeom>
          <a:solidFill xmlns:a="http://schemas.openxmlformats.org/drawingml/2006/main">
            <a:srgbClr val="E8F3F2"/>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C4C74829-2A44-4413-B101-0763CE831610}"/>
              </a:ext>
            </a:extLst>
          </p:cNvPr>
          <p:cNvSpPr>
            <a:spLocks xmlns:a="http://schemas.openxmlformats.org/drawingml/2006/main" noGrp="1"/>
          </p:cNvSpPr>
          <p:nvPr/>
        </p:nvSpPr>
        <p:spPr>
          <a:xfrm xmlns:a="http://schemas.openxmlformats.org/drawingml/2006/main">
            <a:off x="8401050" y="2771775"/>
            <a:ext cx="11049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ctr">
              <a:defRPr sz="1275" b="1">
                <a:solidFill>
                  <a:srgbClr val="102D42"/>
                </a:solidFill>
                <a:latin typeface="Arial"/>
                <a:ea typeface="Arial"/>
                <a:cs typeface="Arial"/>
              </a:defRPr>
            </a:pPr>
            <a:r>
              <a:rPr sz="1275" b="1">
                <a:solidFill>
                  <a:srgbClr val="102D42"/>
                </a:solidFill>
                <a:latin typeface="Arial"/>
                <a:ea typeface="Arial"/>
                <a:cs typeface="Arial"/>
              </a:rPr>
              <a:t>outcome</a:t>
            </a:r>
          </a:p>
        </p:txBody>
      </p:sp>
      <p:sp>
        <p:nvSpPr>
          <p:cNvPr id="18" name="">
            <a:extLst xmlns:a="http://schemas.openxmlformats.org/drawingml/2006/main">
              <a:ext uri="{FF2B5EF4-FFF2-40B4-BE49-F238E27FC236}">
                <a16:creationId xmlns:a16="http://schemas.microsoft.com/office/drawing/2014/main" id="{A064EDE9-2545-43D4-A510-6568F94D8C64}"/>
              </a:ext>
            </a:extLst>
          </p:cNvPr>
          <p:cNvSpPr>
            <a:spLocks xmlns:a="http://schemas.openxmlformats.org/drawingml/2006/main" noGrp="1"/>
          </p:cNvSpPr>
          <p:nvPr/>
        </p:nvSpPr>
        <p:spPr>
          <a:xfrm xmlns:a="http://schemas.openxmlformats.org/drawingml/2006/main">
            <a:off x="9763125" y="2628900"/>
            <a:ext cx="1238250" cy="666750"/>
          </a:xfrm>
          <a:prstGeom xmlns:a="http://schemas.openxmlformats.org/drawingml/2006/main" prst="roundRect">
            <a:avLst>
              <a:gd name="adj" fmla="val 11429"/>
            </a:avLst>
          </a:prstGeom>
          <a:solidFill xmlns:a="http://schemas.openxmlformats.org/drawingml/2006/main">
            <a:srgbClr val="E8F3F2"/>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7586D1DC-C048-4A45-9379-89A6D9C90962}"/>
              </a:ext>
            </a:extLst>
          </p:cNvPr>
          <p:cNvSpPr>
            <a:spLocks xmlns:a="http://schemas.openxmlformats.org/drawingml/2006/main" noGrp="1"/>
          </p:cNvSpPr>
          <p:nvPr/>
        </p:nvSpPr>
        <p:spPr>
          <a:xfrm xmlns:a="http://schemas.openxmlformats.org/drawingml/2006/main">
            <a:off x="9829800" y="2771775"/>
            <a:ext cx="11049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ctr">
              <a:defRPr sz="1275" b="1">
                <a:solidFill>
                  <a:srgbClr val="102D42"/>
                </a:solidFill>
                <a:latin typeface="Arial"/>
                <a:ea typeface="Arial"/>
                <a:cs typeface="Arial"/>
              </a:defRPr>
            </a:pPr>
            <a:r>
              <a:rPr sz="1275" b="1">
                <a:solidFill>
                  <a:srgbClr val="102D42"/>
                </a:solidFill>
                <a:latin typeface="Arial"/>
                <a:ea typeface="Arial"/>
                <a:cs typeface="Arial"/>
              </a:rPr>
              <a:t>commit</a:t>
            </a:r>
          </a:p>
        </p:txBody>
      </p:sp>
      <p:sp>
        <p:nvSpPr>
          <p:cNvPr id="20" name="">
            <a:extLst xmlns:a="http://schemas.openxmlformats.org/drawingml/2006/main">
              <a:ext uri="{FF2B5EF4-FFF2-40B4-BE49-F238E27FC236}">
                <a16:creationId xmlns:a16="http://schemas.microsoft.com/office/drawing/2014/main" id="{45BA9BE2-6797-4E53-BDB5-F31FE5A5B9BA}"/>
              </a:ext>
            </a:extLst>
          </p:cNvPr>
          <p:cNvSpPr>
            <a:spLocks xmlns:a="http://schemas.openxmlformats.org/drawingml/2006/main" noGrp="1"/>
          </p:cNvSpPr>
          <p:nvPr/>
        </p:nvSpPr>
        <p:spPr>
          <a:xfrm xmlns:a="http://schemas.openxmlformats.org/drawingml/2006/main">
            <a:off x="5619750" y="3733800"/>
            <a:ext cx="5429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ctr">
              <a:defRPr sz="1575" b="1">
                <a:solidFill>
                  <a:srgbClr val="32876B"/>
                </a:solidFill>
                <a:latin typeface="Arial"/>
                <a:ea typeface="Arial"/>
                <a:cs typeface="Arial"/>
              </a:defRPr>
            </a:pPr>
            <a:r>
              <a:rPr sz="1575" b="1">
                <a:solidFill>
                  <a:srgbClr val="32876B"/>
                </a:solidFill>
                <a:latin typeface="Arial"/>
                <a:ea typeface="Arial"/>
                <a:cs typeface="Arial"/>
              </a:rPr>
              <a:t>4/4 recovery checks passed after restart</a:t>
            </a:r>
          </a:p>
        </p:txBody>
      </p:sp>
      <p:sp>
        <p:nvSpPr>
          <p:cNvPr id="21" name="">
            <a:extLst xmlns:a="http://schemas.openxmlformats.org/drawingml/2006/main">
              <a:ext uri="{FF2B5EF4-FFF2-40B4-BE49-F238E27FC236}">
                <a16:creationId xmlns:a16="http://schemas.microsoft.com/office/drawing/2014/main" id="{BED304BF-31F4-4CA1-B968-1E70B83FC2E7}"/>
              </a:ext>
            </a:extLst>
          </p:cNvPr>
          <p:cNvSpPr>
            <a:spLocks xmlns:a="http://schemas.openxmlformats.org/drawingml/2006/main" noGrp="1"/>
          </p:cNvSpPr>
          <p:nvPr/>
        </p:nvSpPr>
        <p:spPr>
          <a:xfrm xmlns:a="http://schemas.openxmlformats.org/drawingml/2006/main">
            <a:off x="5572125" y="4391025"/>
            <a:ext cx="5524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ctr">
              <a:defRPr sz="1200" b="0">
                <a:solidFill>
                  <a:srgbClr val="667985"/>
                </a:solidFill>
                <a:latin typeface="Arial"/>
                <a:ea typeface="Arial"/>
                <a:cs typeface="Arial"/>
              </a:defRPr>
            </a:pPr>
            <a:r>
              <a:rPr sz="1200" b="0">
                <a:solidFill>
                  <a:srgbClr val="667985"/>
                </a:solidFill>
                <a:latin typeface="Arial"/>
                <a:ea typeface="Arial"/>
                <a:cs typeface="Arial"/>
              </a:rPr>
              <a:t>One host, independent SQLite connections.</a:t>
            </a:r>
          </a:p>
          <a:p xmlns:a="http://schemas.openxmlformats.org/drawingml/2006/main">
            <a:pPr algn="ctr">
              <a:defRPr sz="1200" b="0">
                <a:solidFill>
                  <a:srgbClr val="667985"/>
                </a:solidFill>
                <a:latin typeface="Arial"/>
                <a:ea typeface="Arial"/>
                <a:cs typeface="Arial"/>
              </a:defRPr>
            </a:pPr>
            <a:r>
              <a:rPr sz="1200" b="0">
                <a:solidFill>
                  <a:srgbClr val="667985"/>
                </a:solidFill>
                <a:latin typeface="Arial"/>
                <a:ea typeface="Arial"/>
                <a:cs typeface="Arial"/>
              </a:rPr>
              <a:t>Power loss and distributed systems remain untested.</a:t>
            </a:r>
          </a:p>
        </p:txBody>
      </p:sp>
    </p:spTree>
    <p:extLst>
      <p:ext uri="{BB962C8B-B14F-4D97-AF65-F5344CB8AC3E}">
        <p14:creationId xmlns:p14="http://schemas.microsoft.com/office/powerpoint/2010/main" val="1297542210"/>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87235FD9-DB43-42EF-85C2-CFF0A560281A}"/>
              </a:ext>
            </a:extLst>
          </p:cNvPr>
          <p:cNvSpPr>
            <a:spLocks xmlns:a="http://schemas.openxmlformats.org/drawingml/2006/main" noGrp="1"/>
          </p:cNvSpPr>
          <p:nvPr/>
        </p:nvSpPr>
        <p:spPr>
          <a:xfrm xmlns:a="http://schemas.openxmlformats.org/drawingml/2006/main">
            <a:off x="571500" y="285750"/>
            <a:ext cx="428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defRPr sz="975" b="1">
                <a:solidFill>
                  <a:srgbClr val="007F7A"/>
                </a:solidFill>
                <a:latin typeface="Arial"/>
                <a:ea typeface="Arial"/>
                <a:cs typeface="Arial"/>
              </a:defRPr>
            </a:pPr>
            <a:r>
              <a:rPr sz="975" b="1">
                <a:solidFill>
                  <a:srgbClr val="007F7A"/>
                </a:solidFill>
                <a:latin typeface="Arial"/>
                <a:ea typeface="Arial"/>
                <a:cs typeface="Arial"/>
              </a:rPr>
              <a:t>OPEN REFERENCE IMPLEMENTATION</a:t>
            </a:r>
          </a:p>
        </p:txBody>
      </p:sp>
      <p:sp>
        <p:nvSpPr>
          <p:cNvPr id="2" name="">
            <a:extLst xmlns:a="http://schemas.openxmlformats.org/drawingml/2006/main">
              <a:ext uri="{FF2B5EF4-FFF2-40B4-BE49-F238E27FC236}">
                <a16:creationId xmlns:a16="http://schemas.microsoft.com/office/drawing/2014/main" id="{2F20117D-F7F9-4159-A169-A30508872CF4}"/>
              </a:ext>
            </a:extLst>
          </p:cNvPr>
          <p:cNvSpPr>
            <a:spLocks xmlns:a="http://schemas.openxmlformats.org/drawingml/2006/main" noGrp="1"/>
          </p:cNvSpPr>
          <p:nvPr/>
        </p:nvSpPr>
        <p:spPr>
          <a:xfrm xmlns:a="http://schemas.openxmlformats.org/drawingml/2006/main">
            <a:off x="571500" y="552450"/>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defRPr sz="2550" b="1">
                <a:solidFill>
                  <a:srgbClr val="102D42"/>
                </a:solidFill>
                <a:latin typeface="Arial"/>
                <a:ea typeface="Arial"/>
                <a:cs typeface="Arial"/>
              </a:defRPr>
            </a:pPr>
            <a:r>
              <a:rPr sz="2550" b="1">
                <a:solidFill>
                  <a:srgbClr val="102D42"/>
                </a:solidFill>
                <a:latin typeface="Arial"/>
                <a:ea typeface="Arial"/>
                <a:cs typeface="Arial"/>
              </a:rPr>
              <a:t>A complete base framework with replaceable seams</a:t>
            </a:r>
          </a:p>
        </p:txBody>
      </p:sp>
      <p:sp>
        <p:nvSpPr>
          <p:cNvPr id="3" name="">
            <a:extLst xmlns:a="http://schemas.openxmlformats.org/drawingml/2006/main">
              <a:ext uri="{FF2B5EF4-FFF2-40B4-BE49-F238E27FC236}">
                <a16:creationId xmlns:a16="http://schemas.microsoft.com/office/drawing/2014/main" id="{8DC61C47-2F6F-421A-8C59-CA6C57544C4A}"/>
              </a:ext>
            </a:extLst>
          </p:cNvPr>
          <p:cNvSpPr>
            <a:spLocks xmlns:a="http://schemas.openxmlformats.org/drawingml/2006/main" noGrp="1"/>
          </p:cNvSpPr>
          <p:nvPr/>
        </p:nvSpPr>
        <p:spPr>
          <a:xfrm xmlns:a="http://schemas.openxmlformats.org/drawingml/2006/main">
            <a:off x="571500" y="1200150"/>
            <a:ext cx="11049000" cy="19050"/>
          </a:xfrm>
          <a:prstGeom xmlns:a="http://schemas.openxmlformats.org/drawingml/2006/main" prst="rect">
            <a:avLst/>
          </a:prstGeom>
          <a:solidFill xmlns:a="http://schemas.openxmlformats.org/drawingml/2006/main">
            <a:srgbClr val="CCD8DE"/>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5592DFBC-5577-4C2F-BD78-C06AB54D34A5}"/>
              </a:ext>
            </a:extLst>
          </p:cNvPr>
          <p:cNvSpPr>
            <a:spLocks xmlns:a="http://schemas.openxmlformats.org/drawingml/2006/main" noGrp="1"/>
          </p:cNvSpPr>
          <p:nvPr/>
        </p:nvSpPr>
        <p:spPr>
          <a:xfrm xmlns:a="http://schemas.openxmlformats.org/drawingml/2006/main">
            <a:off x="11049000" y="6496050"/>
            <a:ext cx="571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r">
              <a:defRPr sz="825" b="0">
                <a:solidFill>
                  <a:srgbClr val="667985"/>
                </a:solidFill>
                <a:latin typeface="Arial"/>
                <a:ea typeface="Arial"/>
                <a:cs typeface="Arial"/>
              </a:defRPr>
            </a:pPr>
            <a:r>
              <a:rPr sz="825" b="0">
                <a:solidFill>
                  <a:srgbClr val="667985"/>
                </a:solidFill>
                <a:latin typeface="Arial"/>
                <a:ea typeface="Arial"/>
                <a:cs typeface="Arial"/>
              </a:rPr>
              <a:t>12</a:t>
            </a:r>
          </a:p>
        </p:txBody>
      </p:sp>
      <p:sp>
        <p:nvSpPr>
          <p:cNvPr id="5" name="">
            <a:extLst xmlns:a="http://schemas.openxmlformats.org/drawingml/2006/main">
              <a:ext uri="{FF2B5EF4-FFF2-40B4-BE49-F238E27FC236}">
                <a16:creationId xmlns:a16="http://schemas.microsoft.com/office/drawing/2014/main" id="{F9CD68F9-51AE-4B27-BA0A-26F334931A33}"/>
              </a:ext>
            </a:extLst>
          </p:cNvPr>
          <p:cNvSpPr>
            <a:spLocks xmlns:a="http://schemas.openxmlformats.org/drawingml/2006/main" noGrp="1"/>
          </p:cNvSpPr>
          <p:nvPr/>
        </p:nvSpPr>
        <p:spPr>
          <a:xfrm xmlns:a="http://schemas.openxmlformats.org/drawingml/2006/main">
            <a:off x="857250" y="1600200"/>
            <a:ext cx="10477500" cy="647700"/>
          </a:xfrm>
          <a:prstGeom xmlns:a="http://schemas.openxmlformats.org/drawingml/2006/main" prst="roundRect">
            <a:avLst>
              <a:gd name="adj" fmla="val 11765"/>
            </a:avLst>
          </a:prstGeom>
          <a:solidFill xmlns:a="http://schemas.openxmlformats.org/drawingml/2006/main">
            <a:srgbClr val="EDF4F8"/>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700F4129-AC68-4908-81EB-B78E4F26424F}"/>
              </a:ext>
            </a:extLst>
          </p:cNvPr>
          <p:cNvSpPr>
            <a:spLocks xmlns:a="http://schemas.openxmlformats.org/drawingml/2006/main" noGrp="1"/>
          </p:cNvSpPr>
          <p:nvPr/>
        </p:nvSpPr>
        <p:spPr>
          <a:xfrm xmlns:a="http://schemas.openxmlformats.org/drawingml/2006/main">
            <a:off x="1123950" y="1743075"/>
            <a:ext cx="2238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l">
              <a:defRPr sz="1050" b="1">
                <a:solidFill>
                  <a:srgbClr val="007F7A"/>
                </a:solidFill>
                <a:latin typeface="Arial"/>
                <a:ea typeface="Arial"/>
                <a:cs typeface="Arial"/>
              </a:defRPr>
            </a:pPr>
            <a:r>
              <a:rPr sz="1050" b="1">
                <a:solidFill>
                  <a:srgbClr val="007F7A"/>
                </a:solidFill>
                <a:latin typeface="Arial"/>
                <a:ea typeface="Arial"/>
                <a:cs typeface="Arial"/>
              </a:rPr>
              <a:t>EXPERIENCE</a:t>
            </a:r>
          </a:p>
        </p:txBody>
      </p:sp>
      <p:sp>
        <p:nvSpPr>
          <p:cNvPr id="7" name="">
            <a:extLst xmlns:a="http://schemas.openxmlformats.org/drawingml/2006/main">
              <a:ext uri="{FF2B5EF4-FFF2-40B4-BE49-F238E27FC236}">
                <a16:creationId xmlns:a16="http://schemas.microsoft.com/office/drawing/2014/main" id="{931E66AD-36C8-441B-AD70-AC58EF9737F2}"/>
              </a:ext>
            </a:extLst>
          </p:cNvPr>
          <p:cNvSpPr>
            <a:spLocks xmlns:a="http://schemas.openxmlformats.org/drawingml/2006/main" noGrp="1"/>
          </p:cNvSpPr>
          <p:nvPr/>
        </p:nvSpPr>
        <p:spPr>
          <a:xfrm xmlns:a="http://schemas.openxmlformats.org/drawingml/2006/main">
            <a:off x="3429000" y="1733550"/>
            <a:ext cx="75723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l">
              <a:defRPr sz="1500" b="1">
                <a:solidFill>
                  <a:srgbClr val="102D42"/>
                </a:solidFill>
                <a:latin typeface="Arial"/>
                <a:ea typeface="Arial"/>
                <a:cs typeface="Arial"/>
              </a:defRPr>
            </a:pPr>
            <a:r>
              <a:rPr sz="1500" b="1">
                <a:solidFill>
                  <a:srgbClr val="102D42"/>
                </a:solidFill>
                <a:latin typeface="Arial"/>
                <a:ea typeface="Arial"/>
                <a:cs typeface="Arial"/>
              </a:rPr>
              <a:t>React console  •  browser control-contract worksheet</a:t>
            </a:r>
          </a:p>
        </p:txBody>
      </p:sp>
      <p:sp>
        <p:nvSpPr>
          <p:cNvPr id="8" name="">
            <a:extLst xmlns:a="http://schemas.openxmlformats.org/drawingml/2006/main">
              <a:ext uri="{FF2B5EF4-FFF2-40B4-BE49-F238E27FC236}">
                <a16:creationId xmlns:a16="http://schemas.microsoft.com/office/drawing/2014/main" id="{96422F36-7797-4A19-86EF-7DF0314CC030}"/>
              </a:ext>
            </a:extLst>
          </p:cNvPr>
          <p:cNvSpPr>
            <a:spLocks xmlns:a="http://schemas.openxmlformats.org/drawingml/2006/main" noGrp="1"/>
          </p:cNvSpPr>
          <p:nvPr/>
        </p:nvSpPr>
        <p:spPr>
          <a:xfrm xmlns:a="http://schemas.openxmlformats.org/drawingml/2006/main">
            <a:off x="857250" y="2438400"/>
            <a:ext cx="10477500" cy="647700"/>
          </a:xfrm>
          <a:prstGeom xmlns:a="http://schemas.openxmlformats.org/drawingml/2006/main" prst="roundRect">
            <a:avLst>
              <a:gd name="adj" fmla="val 11765"/>
            </a:avLst>
          </a:prstGeom>
          <a:solidFill xmlns:a="http://schemas.openxmlformats.org/drawingml/2006/main">
            <a:srgbClr val="E8F3F2"/>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F0CBBC8A-1F05-4BB0-BAE5-1886DC2E3812}"/>
              </a:ext>
            </a:extLst>
          </p:cNvPr>
          <p:cNvSpPr>
            <a:spLocks xmlns:a="http://schemas.openxmlformats.org/drawingml/2006/main" noGrp="1"/>
          </p:cNvSpPr>
          <p:nvPr/>
        </p:nvSpPr>
        <p:spPr>
          <a:xfrm xmlns:a="http://schemas.openxmlformats.org/drawingml/2006/main">
            <a:off x="1123950" y="2581275"/>
            <a:ext cx="2238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l">
              <a:defRPr sz="1050" b="1">
                <a:solidFill>
                  <a:srgbClr val="007F7A"/>
                </a:solidFill>
                <a:latin typeface="Arial"/>
                <a:ea typeface="Arial"/>
                <a:cs typeface="Arial"/>
              </a:defRPr>
            </a:pPr>
            <a:r>
              <a:rPr sz="1050" b="1">
                <a:solidFill>
                  <a:srgbClr val="007F7A"/>
                </a:solidFill>
                <a:latin typeface="Arial"/>
                <a:ea typeface="Arial"/>
                <a:cs typeface="Arial"/>
              </a:rPr>
              <a:t>CONTROL PLANE</a:t>
            </a:r>
          </a:p>
        </p:txBody>
      </p:sp>
      <p:sp>
        <p:nvSpPr>
          <p:cNvPr id="10" name="">
            <a:extLst xmlns:a="http://schemas.openxmlformats.org/drawingml/2006/main">
              <a:ext uri="{FF2B5EF4-FFF2-40B4-BE49-F238E27FC236}">
                <a16:creationId xmlns:a16="http://schemas.microsoft.com/office/drawing/2014/main" id="{1828D360-1339-4001-AC38-710CB855676C}"/>
              </a:ext>
            </a:extLst>
          </p:cNvPr>
          <p:cNvSpPr>
            <a:spLocks xmlns:a="http://schemas.openxmlformats.org/drawingml/2006/main" noGrp="1"/>
          </p:cNvSpPr>
          <p:nvPr/>
        </p:nvSpPr>
        <p:spPr>
          <a:xfrm xmlns:a="http://schemas.openxmlformats.org/drawingml/2006/main">
            <a:off x="3429000" y="2571750"/>
            <a:ext cx="75723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l">
              <a:defRPr sz="1500" b="1">
                <a:solidFill>
                  <a:srgbClr val="102D42"/>
                </a:solidFill>
                <a:latin typeface="Arial"/>
                <a:ea typeface="Arial"/>
                <a:cs typeface="Arial"/>
              </a:defRPr>
            </a:pPr>
            <a:r>
              <a:rPr sz="1500" b="1">
                <a:solidFill>
                  <a:srgbClr val="102D42"/>
                </a:solidFill>
                <a:latin typeface="Arial"/>
                <a:ea typeface="Arial"/>
                <a:cs typeface="Arial"/>
              </a:rPr>
              <a:t>Python  •  FastAPI  •  exact-action executor  •  verification</a:t>
            </a:r>
          </a:p>
        </p:txBody>
      </p:sp>
      <p:sp>
        <p:nvSpPr>
          <p:cNvPr id="11" name="">
            <a:extLst xmlns:a="http://schemas.openxmlformats.org/drawingml/2006/main">
              <a:ext uri="{FF2B5EF4-FFF2-40B4-BE49-F238E27FC236}">
                <a16:creationId xmlns:a16="http://schemas.microsoft.com/office/drawing/2014/main" id="{83A331C9-13A2-4041-BE45-F8F38D761E14}"/>
              </a:ext>
            </a:extLst>
          </p:cNvPr>
          <p:cNvSpPr>
            <a:spLocks xmlns:a="http://schemas.openxmlformats.org/drawingml/2006/main" noGrp="1"/>
          </p:cNvSpPr>
          <p:nvPr/>
        </p:nvSpPr>
        <p:spPr>
          <a:xfrm xmlns:a="http://schemas.openxmlformats.org/drawingml/2006/main">
            <a:off x="857250" y="3276600"/>
            <a:ext cx="10477500" cy="647700"/>
          </a:xfrm>
          <a:prstGeom xmlns:a="http://schemas.openxmlformats.org/drawingml/2006/main" prst="roundRect">
            <a:avLst>
              <a:gd name="adj" fmla="val 11765"/>
            </a:avLst>
          </a:prstGeom>
          <a:solidFill xmlns:a="http://schemas.openxmlformats.org/drawingml/2006/main">
            <a:srgbClr val="FFF5E2"/>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AD760A1C-C45A-4639-8E41-312BF444C562}"/>
              </a:ext>
            </a:extLst>
          </p:cNvPr>
          <p:cNvSpPr>
            <a:spLocks xmlns:a="http://schemas.openxmlformats.org/drawingml/2006/main" noGrp="1"/>
          </p:cNvSpPr>
          <p:nvPr/>
        </p:nvSpPr>
        <p:spPr>
          <a:xfrm xmlns:a="http://schemas.openxmlformats.org/drawingml/2006/main">
            <a:off x="1123950" y="3419475"/>
            <a:ext cx="2238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l">
              <a:defRPr sz="1050" b="1">
                <a:solidFill>
                  <a:srgbClr val="007F7A"/>
                </a:solidFill>
                <a:latin typeface="Arial"/>
                <a:ea typeface="Arial"/>
                <a:cs typeface="Arial"/>
              </a:defRPr>
            </a:pPr>
            <a:r>
              <a:rPr sz="1050" b="1">
                <a:solidFill>
                  <a:srgbClr val="007F7A"/>
                </a:solidFill>
                <a:latin typeface="Arial"/>
                <a:ea typeface="Arial"/>
                <a:cs typeface="Arial"/>
              </a:rPr>
              <a:t>STATE + TRANSPORT</a:t>
            </a:r>
          </a:p>
        </p:txBody>
      </p:sp>
      <p:sp>
        <p:nvSpPr>
          <p:cNvPr id="13" name="">
            <a:extLst xmlns:a="http://schemas.openxmlformats.org/drawingml/2006/main">
              <a:ext uri="{FF2B5EF4-FFF2-40B4-BE49-F238E27FC236}">
                <a16:creationId xmlns:a16="http://schemas.microsoft.com/office/drawing/2014/main" id="{AC21621D-EA92-4E3D-80CD-9E9EABD8D5A9}"/>
              </a:ext>
            </a:extLst>
          </p:cNvPr>
          <p:cNvSpPr>
            <a:spLocks xmlns:a="http://schemas.openxmlformats.org/drawingml/2006/main" noGrp="1"/>
          </p:cNvSpPr>
          <p:nvPr/>
        </p:nvSpPr>
        <p:spPr>
          <a:xfrm xmlns:a="http://schemas.openxmlformats.org/drawingml/2006/main">
            <a:off x="3429000" y="3409950"/>
            <a:ext cx="75723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l">
              <a:defRPr sz="1500" b="1">
                <a:solidFill>
                  <a:srgbClr val="102D42"/>
                </a:solidFill>
                <a:latin typeface="Arial"/>
                <a:ea typeface="Arial"/>
                <a:cs typeface="Arial"/>
              </a:defRPr>
            </a:pPr>
            <a:r>
              <a:rPr sz="1500" b="1">
                <a:solidFill>
                  <a:srgbClr val="102D42"/>
                </a:solidFill>
                <a:latin typeface="Arial"/>
                <a:ea typeface="Arial"/>
                <a:cs typeface="Arial"/>
              </a:rPr>
              <a:t>PostgreSQL  •  Redis  •  Kafka</a:t>
            </a:r>
          </a:p>
        </p:txBody>
      </p:sp>
      <p:sp>
        <p:nvSpPr>
          <p:cNvPr id="14" name="">
            <a:extLst xmlns:a="http://schemas.openxmlformats.org/drawingml/2006/main">
              <a:ext uri="{FF2B5EF4-FFF2-40B4-BE49-F238E27FC236}">
                <a16:creationId xmlns:a16="http://schemas.microsoft.com/office/drawing/2014/main" id="{AEAE83B2-998B-4E35-9E63-5998B038824E}"/>
              </a:ext>
            </a:extLst>
          </p:cNvPr>
          <p:cNvSpPr>
            <a:spLocks xmlns:a="http://schemas.openxmlformats.org/drawingml/2006/main" noGrp="1"/>
          </p:cNvSpPr>
          <p:nvPr/>
        </p:nvSpPr>
        <p:spPr>
          <a:xfrm xmlns:a="http://schemas.openxmlformats.org/drawingml/2006/main">
            <a:off x="857250" y="4114800"/>
            <a:ext cx="10477500" cy="647700"/>
          </a:xfrm>
          <a:prstGeom xmlns:a="http://schemas.openxmlformats.org/drawingml/2006/main" prst="roundRect">
            <a:avLst>
              <a:gd name="adj" fmla="val 11765"/>
            </a:avLst>
          </a:prstGeom>
          <a:solidFill xmlns:a="http://schemas.openxmlformats.org/drawingml/2006/main">
            <a:srgbClr val="FBEDE9"/>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9B70CA89-D97D-4985-91E5-8D1EFDE078F5}"/>
              </a:ext>
            </a:extLst>
          </p:cNvPr>
          <p:cNvSpPr>
            <a:spLocks xmlns:a="http://schemas.openxmlformats.org/drawingml/2006/main" noGrp="1"/>
          </p:cNvSpPr>
          <p:nvPr/>
        </p:nvSpPr>
        <p:spPr>
          <a:xfrm xmlns:a="http://schemas.openxmlformats.org/drawingml/2006/main">
            <a:off x="1123950" y="4257675"/>
            <a:ext cx="2238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l">
              <a:defRPr sz="1050" b="1">
                <a:solidFill>
                  <a:srgbClr val="B84F43"/>
                </a:solidFill>
                <a:latin typeface="Arial"/>
                <a:ea typeface="Arial"/>
                <a:cs typeface="Arial"/>
              </a:defRPr>
            </a:pPr>
            <a:r>
              <a:rPr sz="1050" b="1">
                <a:solidFill>
                  <a:srgbClr val="B84F43"/>
                </a:solidFill>
                <a:latin typeface="Arial"/>
                <a:ea typeface="Arial"/>
                <a:cs typeface="Arial"/>
              </a:rPr>
              <a:t>ANALYTICS + LINEAGE</a:t>
            </a:r>
          </a:p>
        </p:txBody>
      </p:sp>
      <p:sp>
        <p:nvSpPr>
          <p:cNvPr id="16" name="">
            <a:extLst xmlns:a="http://schemas.openxmlformats.org/drawingml/2006/main">
              <a:ext uri="{FF2B5EF4-FFF2-40B4-BE49-F238E27FC236}">
                <a16:creationId xmlns:a16="http://schemas.microsoft.com/office/drawing/2014/main" id="{D38F6FD1-738F-4347-83A5-85A522CAE175}"/>
              </a:ext>
            </a:extLst>
          </p:cNvPr>
          <p:cNvSpPr>
            <a:spLocks xmlns:a="http://schemas.openxmlformats.org/drawingml/2006/main" noGrp="1"/>
          </p:cNvSpPr>
          <p:nvPr/>
        </p:nvSpPr>
        <p:spPr>
          <a:xfrm xmlns:a="http://schemas.openxmlformats.org/drawingml/2006/main">
            <a:off x="3429000" y="4248150"/>
            <a:ext cx="75723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l">
              <a:defRPr sz="1500" b="1">
                <a:solidFill>
                  <a:srgbClr val="102D42"/>
                </a:solidFill>
                <a:latin typeface="Arial"/>
                <a:ea typeface="Arial"/>
                <a:cs typeface="Arial"/>
              </a:defRPr>
            </a:pPr>
            <a:r>
              <a:rPr sz="1500" b="1">
                <a:solidFill>
                  <a:srgbClr val="102D42"/>
                </a:solidFill>
                <a:latin typeface="Arial"/>
                <a:ea typeface="Arial"/>
                <a:cs typeface="Arial"/>
              </a:rPr>
              <a:t>PySpark  •  Apache Iceberg  •  S3-compatible storage</a:t>
            </a:r>
          </a:p>
        </p:txBody>
      </p:sp>
      <p:sp>
        <p:nvSpPr>
          <p:cNvPr id="17" name="">
            <a:extLst xmlns:a="http://schemas.openxmlformats.org/drawingml/2006/main">
              <a:ext uri="{FF2B5EF4-FFF2-40B4-BE49-F238E27FC236}">
                <a16:creationId xmlns:a16="http://schemas.microsoft.com/office/drawing/2014/main" id="{767A905A-BFE9-4D1F-B710-10B35B52B3F0}"/>
              </a:ext>
            </a:extLst>
          </p:cNvPr>
          <p:cNvSpPr>
            <a:spLocks xmlns:a="http://schemas.openxmlformats.org/drawingml/2006/main" noGrp="1"/>
          </p:cNvSpPr>
          <p:nvPr/>
        </p:nvSpPr>
        <p:spPr>
          <a:xfrm xmlns:a="http://schemas.openxmlformats.org/drawingml/2006/main">
            <a:off x="857250" y="4953000"/>
            <a:ext cx="10477500" cy="647700"/>
          </a:xfrm>
          <a:prstGeom xmlns:a="http://schemas.openxmlformats.org/drawingml/2006/main" prst="roundRect">
            <a:avLst>
              <a:gd name="adj" fmla="val 11765"/>
            </a:avLst>
          </a:prstGeom>
          <a:solidFill xmlns:a="http://schemas.openxmlformats.org/drawingml/2006/main">
            <a:srgbClr val="EEF0F4"/>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4492F279-950B-4EB5-A3E5-1DDEC3D82178}"/>
              </a:ext>
            </a:extLst>
          </p:cNvPr>
          <p:cNvSpPr>
            <a:spLocks xmlns:a="http://schemas.openxmlformats.org/drawingml/2006/main" noGrp="1"/>
          </p:cNvSpPr>
          <p:nvPr/>
        </p:nvSpPr>
        <p:spPr>
          <a:xfrm xmlns:a="http://schemas.openxmlformats.org/drawingml/2006/main">
            <a:off x="1123950" y="5095875"/>
            <a:ext cx="2238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l">
              <a:defRPr sz="1050" b="1">
                <a:solidFill>
                  <a:srgbClr val="007F7A"/>
                </a:solidFill>
                <a:latin typeface="Arial"/>
                <a:ea typeface="Arial"/>
                <a:cs typeface="Arial"/>
              </a:defRPr>
            </a:pPr>
            <a:r>
              <a:rPr sz="1050" b="1">
                <a:solidFill>
                  <a:srgbClr val="007F7A"/>
                </a:solidFill>
                <a:latin typeface="Arial"/>
                <a:ea typeface="Arial"/>
                <a:cs typeface="Arial"/>
              </a:rPr>
              <a:t>MODEL + ISOLATION</a:t>
            </a:r>
          </a:p>
        </p:txBody>
      </p:sp>
      <p:sp>
        <p:nvSpPr>
          <p:cNvPr id="19" name="">
            <a:extLst xmlns:a="http://schemas.openxmlformats.org/drawingml/2006/main">
              <a:ext uri="{FF2B5EF4-FFF2-40B4-BE49-F238E27FC236}">
                <a16:creationId xmlns:a16="http://schemas.microsoft.com/office/drawing/2014/main" id="{D9E02A54-3DE9-4630-BEE5-A6B42113B000}"/>
              </a:ext>
            </a:extLst>
          </p:cNvPr>
          <p:cNvSpPr>
            <a:spLocks xmlns:a="http://schemas.openxmlformats.org/drawingml/2006/main" noGrp="1"/>
          </p:cNvSpPr>
          <p:nvPr/>
        </p:nvSpPr>
        <p:spPr>
          <a:xfrm xmlns:a="http://schemas.openxmlformats.org/drawingml/2006/main">
            <a:off x="3429000" y="5086350"/>
            <a:ext cx="75723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l">
              <a:defRPr sz="1500" b="1">
                <a:solidFill>
                  <a:srgbClr val="102D42"/>
                </a:solidFill>
                <a:latin typeface="Arial"/>
                <a:ea typeface="Arial"/>
                <a:cs typeface="Arial"/>
              </a:defRPr>
            </a:pPr>
            <a:r>
              <a:rPr sz="1500" b="1">
                <a:solidFill>
                  <a:srgbClr val="102D42"/>
                </a:solidFill>
                <a:latin typeface="Arial"/>
                <a:ea typeface="Arial"/>
                <a:cs typeface="Arial"/>
              </a:rPr>
              <a:t>Ollama adapter  •  software ingress seam  •  hardware-diode profile</a:t>
            </a:r>
          </a:p>
        </p:txBody>
      </p:sp>
      <p:sp>
        <p:nvSpPr>
          <p:cNvPr id="20" name="">
            <a:extLst xmlns:a="http://schemas.openxmlformats.org/drawingml/2006/main">
              <a:ext uri="{FF2B5EF4-FFF2-40B4-BE49-F238E27FC236}">
                <a16:creationId xmlns:a16="http://schemas.microsoft.com/office/drawing/2014/main" id="{5125AC36-D62B-4A24-B4ED-D60A1D9C2747}"/>
              </a:ext>
            </a:extLst>
          </p:cNvPr>
          <p:cNvSpPr>
            <a:spLocks xmlns:a="http://schemas.openxmlformats.org/drawingml/2006/main" noGrp="1"/>
          </p:cNvSpPr>
          <p:nvPr/>
        </p:nvSpPr>
        <p:spPr>
          <a:xfrm xmlns:a="http://schemas.openxmlformats.org/drawingml/2006/main">
            <a:off x="1619250" y="5905500"/>
            <a:ext cx="8953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ctr">
              <a:defRPr sz="1500" b="1">
                <a:solidFill>
                  <a:srgbClr val="3977A8"/>
                </a:solidFill>
                <a:latin typeface="Arial"/>
                <a:ea typeface="Arial"/>
                <a:cs typeface="Arial"/>
              </a:defRPr>
            </a:pPr>
            <a:r>
              <a:rPr sz="1500" b="1">
                <a:solidFill>
                  <a:srgbClr val="3977A8"/>
                </a:solidFill>
                <a:latin typeface="Arial"/>
                <a:ea typeface="Arial"/>
                <a:cs typeface="Arial"/>
              </a:rPr>
              <a:t>Profiles: offline teaching  →  distributed reference  →  hardware isolated</a:t>
            </a:r>
          </a:p>
        </p:txBody>
      </p:sp>
    </p:spTree>
    <p:extLst>
      <p:ext uri="{BB962C8B-B14F-4D97-AF65-F5344CB8AC3E}">
        <p14:creationId xmlns:p14="http://schemas.microsoft.com/office/powerpoint/2010/main" val="1514912575"/>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2AD2F843-E1A8-4BF0-85AE-E3495B4BA347}"/>
              </a:ext>
            </a:extLst>
          </p:cNvPr>
          <p:cNvSpPr>
            <a:spLocks xmlns:a="http://schemas.openxmlformats.org/drawingml/2006/main" noGrp="1"/>
          </p:cNvSpPr>
          <p:nvPr/>
        </p:nvSpPr>
        <p:spPr>
          <a:xfrm xmlns:a="http://schemas.openxmlformats.org/drawingml/2006/main">
            <a:off x="571500" y="285750"/>
            <a:ext cx="428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defRPr sz="975" b="1">
                <a:solidFill>
                  <a:srgbClr val="007F7A"/>
                </a:solidFill>
                <a:latin typeface="Arial"/>
                <a:ea typeface="Arial"/>
                <a:cs typeface="Arial"/>
              </a:defRPr>
            </a:pPr>
            <a:r>
              <a:rPr sz="975" b="1">
                <a:solidFill>
                  <a:srgbClr val="007F7A"/>
                </a:solidFill>
                <a:latin typeface="Arial"/>
                <a:ea typeface="Arial"/>
                <a:cs typeface="Arial"/>
              </a:rPr>
              <a:t>AI × EDUCATION</a:t>
            </a:r>
          </a:p>
        </p:txBody>
      </p:sp>
      <p:sp>
        <p:nvSpPr>
          <p:cNvPr id="2" name="">
            <a:extLst xmlns:a="http://schemas.openxmlformats.org/drawingml/2006/main">
              <a:ext uri="{FF2B5EF4-FFF2-40B4-BE49-F238E27FC236}">
                <a16:creationId xmlns:a16="http://schemas.microsoft.com/office/drawing/2014/main" id="{3439824E-9DD1-4165-A328-40F8DF2766D7}"/>
              </a:ext>
            </a:extLst>
          </p:cNvPr>
          <p:cNvSpPr>
            <a:spLocks xmlns:a="http://schemas.openxmlformats.org/drawingml/2006/main" noGrp="1"/>
          </p:cNvSpPr>
          <p:nvPr/>
        </p:nvSpPr>
        <p:spPr>
          <a:xfrm xmlns:a="http://schemas.openxmlformats.org/drawingml/2006/main">
            <a:off x="571500" y="552450"/>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defRPr sz="2550" b="1">
                <a:solidFill>
                  <a:srgbClr val="102D42"/>
                </a:solidFill>
                <a:latin typeface="Arial"/>
                <a:ea typeface="Arial"/>
                <a:cs typeface="Arial"/>
              </a:defRPr>
            </a:pPr>
            <a:r>
              <a:rPr sz="2550" b="1">
                <a:solidFill>
                  <a:srgbClr val="102D42"/>
                </a:solidFill>
                <a:latin typeface="Arial"/>
                <a:ea typeface="Arial"/>
                <a:cs typeface="Arial"/>
              </a:rPr>
              <a:t>One framework serves both halves of the conference theme</a:t>
            </a:r>
          </a:p>
        </p:txBody>
      </p:sp>
      <p:sp>
        <p:nvSpPr>
          <p:cNvPr id="3" name="">
            <a:extLst xmlns:a="http://schemas.openxmlformats.org/drawingml/2006/main">
              <a:ext uri="{FF2B5EF4-FFF2-40B4-BE49-F238E27FC236}">
                <a16:creationId xmlns:a16="http://schemas.microsoft.com/office/drawing/2014/main" id="{7F4F3CF1-74D7-4942-915E-96C2A540AAE0}"/>
              </a:ext>
            </a:extLst>
          </p:cNvPr>
          <p:cNvSpPr>
            <a:spLocks xmlns:a="http://schemas.openxmlformats.org/drawingml/2006/main" noGrp="1"/>
          </p:cNvSpPr>
          <p:nvPr/>
        </p:nvSpPr>
        <p:spPr>
          <a:xfrm xmlns:a="http://schemas.openxmlformats.org/drawingml/2006/main">
            <a:off x="571500" y="1200150"/>
            <a:ext cx="11049000" cy="19050"/>
          </a:xfrm>
          <a:prstGeom xmlns:a="http://schemas.openxmlformats.org/drawingml/2006/main" prst="rect">
            <a:avLst/>
          </a:prstGeom>
          <a:solidFill xmlns:a="http://schemas.openxmlformats.org/drawingml/2006/main">
            <a:srgbClr val="CCD8DE"/>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8A47CDAE-33E1-4680-B8B7-6FF614EA1494}"/>
              </a:ext>
            </a:extLst>
          </p:cNvPr>
          <p:cNvSpPr>
            <a:spLocks xmlns:a="http://schemas.openxmlformats.org/drawingml/2006/main" noGrp="1"/>
          </p:cNvSpPr>
          <p:nvPr/>
        </p:nvSpPr>
        <p:spPr>
          <a:xfrm xmlns:a="http://schemas.openxmlformats.org/drawingml/2006/main">
            <a:off x="11049000" y="6496050"/>
            <a:ext cx="571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r">
              <a:defRPr sz="825" b="0">
                <a:solidFill>
                  <a:srgbClr val="667985"/>
                </a:solidFill>
                <a:latin typeface="Arial"/>
                <a:ea typeface="Arial"/>
                <a:cs typeface="Arial"/>
              </a:defRPr>
            </a:pPr>
            <a:r>
              <a:rPr sz="825" b="0">
                <a:solidFill>
                  <a:srgbClr val="667985"/>
                </a:solidFill>
                <a:latin typeface="Arial"/>
                <a:ea typeface="Arial"/>
                <a:cs typeface="Arial"/>
              </a:rPr>
              <a:t>13</a:t>
            </a:r>
          </a:p>
        </p:txBody>
      </p:sp>
      <p:sp>
        <p:nvSpPr>
          <p:cNvPr id="5" name="">
            <a:extLst xmlns:a="http://schemas.openxmlformats.org/drawingml/2006/main">
              <a:ext uri="{FF2B5EF4-FFF2-40B4-BE49-F238E27FC236}">
                <a16:creationId xmlns:a16="http://schemas.microsoft.com/office/drawing/2014/main" id="{FD685399-4C3F-4EC0-A071-666E066A0997}"/>
              </a:ext>
            </a:extLst>
          </p:cNvPr>
          <p:cNvSpPr>
            <a:spLocks xmlns:a="http://schemas.openxmlformats.org/drawingml/2006/main" noGrp="1"/>
          </p:cNvSpPr>
          <p:nvPr/>
        </p:nvSpPr>
        <p:spPr>
          <a:xfrm xmlns:a="http://schemas.openxmlformats.org/drawingml/2006/main">
            <a:off x="666750" y="1695450"/>
            <a:ext cx="5143500" cy="3000375"/>
          </a:xfrm>
          <a:prstGeom xmlns:a="http://schemas.openxmlformats.org/drawingml/2006/main" prst="roundRect">
            <a:avLst>
              <a:gd name="adj" fmla="val 2540"/>
            </a:avLst>
          </a:prstGeom>
          <a:solidFill xmlns:a="http://schemas.openxmlformats.org/drawingml/2006/main">
            <a:srgbClr val="EDF4F8"/>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867B5FF3-22E4-41FE-94D3-DCE1AE78D450}"/>
              </a:ext>
            </a:extLst>
          </p:cNvPr>
          <p:cNvSpPr>
            <a:spLocks xmlns:a="http://schemas.openxmlformats.org/drawingml/2006/main" noGrp="1"/>
          </p:cNvSpPr>
          <p:nvPr/>
        </p:nvSpPr>
        <p:spPr>
          <a:xfrm xmlns:a="http://schemas.openxmlformats.org/drawingml/2006/main">
            <a:off x="952500" y="1952625"/>
            <a:ext cx="1809750" cy="342900"/>
          </a:xfrm>
          <a:prstGeom xmlns:a="http://schemas.openxmlformats.org/drawingml/2006/main" prst="roundRect">
            <a:avLst>
              <a:gd name="adj" fmla="val 22222"/>
            </a:avLst>
          </a:prstGeom>
          <a:solidFill xmlns:a="http://schemas.openxmlformats.org/drawingml/2006/main">
            <a:srgbClr val="DDEAF5"/>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FAB619E8-2180-4DD8-A459-850E35456BC8}"/>
              </a:ext>
            </a:extLst>
          </p:cNvPr>
          <p:cNvSpPr>
            <a:spLocks xmlns:a="http://schemas.openxmlformats.org/drawingml/2006/main" noGrp="1"/>
          </p:cNvSpPr>
          <p:nvPr/>
        </p:nvSpPr>
        <p:spPr>
          <a:xfrm xmlns:a="http://schemas.openxmlformats.org/drawingml/2006/main">
            <a:off x="952500" y="1962150"/>
            <a:ext cx="1809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ctr">
              <a:defRPr sz="1125" b="1">
                <a:solidFill>
                  <a:srgbClr val="3977A8"/>
                </a:solidFill>
                <a:latin typeface="Arial"/>
                <a:ea typeface="Arial"/>
                <a:cs typeface="Arial"/>
              </a:defRPr>
            </a:pPr>
            <a:r>
              <a:rPr sz="1125" b="1">
                <a:solidFill>
                  <a:srgbClr val="3977A8"/>
                </a:solidFill>
                <a:latin typeface="Arial"/>
                <a:ea typeface="Arial"/>
                <a:cs typeface="Arial"/>
              </a:rPr>
              <a:t>AI FOR LEARNING</a:t>
            </a:r>
          </a:p>
        </p:txBody>
      </p:sp>
      <p:sp>
        <p:nvSpPr>
          <p:cNvPr id="8" name="">
            <a:extLst xmlns:a="http://schemas.openxmlformats.org/drawingml/2006/main">
              <a:ext uri="{FF2B5EF4-FFF2-40B4-BE49-F238E27FC236}">
                <a16:creationId xmlns:a16="http://schemas.microsoft.com/office/drawing/2014/main" id="{727720D3-306B-4450-A734-911D3D344EE9}"/>
              </a:ext>
            </a:extLst>
          </p:cNvPr>
          <p:cNvSpPr>
            <a:spLocks xmlns:a="http://schemas.openxmlformats.org/drawingml/2006/main" noGrp="1"/>
          </p:cNvSpPr>
          <p:nvPr/>
        </p:nvSpPr>
        <p:spPr>
          <a:xfrm xmlns:a="http://schemas.openxmlformats.org/drawingml/2006/main">
            <a:off x="1000125" y="2647950"/>
            <a:ext cx="44767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ctr">
              <a:defRPr sz="1875" b="1">
                <a:solidFill>
                  <a:srgbClr val="102D42"/>
                </a:solidFill>
                <a:latin typeface="Arial"/>
                <a:ea typeface="Arial"/>
                <a:cs typeface="Arial"/>
              </a:defRPr>
            </a:pPr>
            <a:r>
              <a:rPr sz="1875" b="1">
                <a:solidFill>
                  <a:srgbClr val="102D42"/>
                </a:solidFill>
                <a:latin typeface="Arial"/>
                <a:ea typeface="Arial"/>
                <a:cs typeface="Arial"/>
              </a:rPr>
              <a:t>Support education services while keeping consequential authority, evidence, and redress under institutional rule.</a:t>
            </a:r>
          </a:p>
        </p:txBody>
      </p:sp>
      <p:sp>
        <p:nvSpPr>
          <p:cNvPr id="9" name="">
            <a:extLst xmlns:a="http://schemas.openxmlformats.org/drawingml/2006/main">
              <a:ext uri="{FF2B5EF4-FFF2-40B4-BE49-F238E27FC236}">
                <a16:creationId xmlns:a16="http://schemas.microsoft.com/office/drawing/2014/main" id="{51EE9A1E-D420-4860-961B-36F723F1FA51}"/>
              </a:ext>
            </a:extLst>
          </p:cNvPr>
          <p:cNvSpPr>
            <a:spLocks xmlns:a="http://schemas.openxmlformats.org/drawingml/2006/main" noGrp="1"/>
          </p:cNvSpPr>
          <p:nvPr/>
        </p:nvSpPr>
        <p:spPr>
          <a:xfrm xmlns:a="http://schemas.openxmlformats.org/drawingml/2006/main">
            <a:off x="6381750" y="1695450"/>
            <a:ext cx="5143500" cy="3000375"/>
          </a:xfrm>
          <a:prstGeom xmlns:a="http://schemas.openxmlformats.org/drawingml/2006/main" prst="roundRect">
            <a:avLst>
              <a:gd name="adj" fmla="val 2540"/>
            </a:avLst>
          </a:prstGeom>
          <a:solidFill xmlns:a="http://schemas.openxmlformats.org/drawingml/2006/main">
            <a:srgbClr val="E8F3F2"/>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6DAC183B-E386-415D-BA08-A1D4283F3C42}"/>
              </a:ext>
            </a:extLst>
          </p:cNvPr>
          <p:cNvSpPr>
            <a:spLocks xmlns:a="http://schemas.openxmlformats.org/drawingml/2006/main" noGrp="1"/>
          </p:cNvSpPr>
          <p:nvPr/>
        </p:nvSpPr>
        <p:spPr>
          <a:xfrm xmlns:a="http://schemas.openxmlformats.org/drawingml/2006/main">
            <a:off x="6667500" y="1952625"/>
            <a:ext cx="1809750" cy="342900"/>
          </a:xfrm>
          <a:prstGeom xmlns:a="http://schemas.openxmlformats.org/drawingml/2006/main" prst="roundRect">
            <a:avLst>
              <a:gd name="adj" fmla="val 22222"/>
            </a:avLst>
          </a:prstGeom>
          <a:solidFill xmlns:a="http://schemas.openxmlformats.org/drawingml/2006/main">
            <a:srgbClr val="D8EEEA"/>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451A9528-1F02-42F8-BD4A-FCCA94D2BF6B}"/>
              </a:ext>
            </a:extLst>
          </p:cNvPr>
          <p:cNvSpPr>
            <a:spLocks xmlns:a="http://schemas.openxmlformats.org/drawingml/2006/main" noGrp="1"/>
          </p:cNvSpPr>
          <p:nvPr/>
        </p:nvSpPr>
        <p:spPr>
          <a:xfrm xmlns:a="http://schemas.openxmlformats.org/drawingml/2006/main">
            <a:off x="6667500" y="1962150"/>
            <a:ext cx="1809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ctr">
              <a:defRPr sz="1125" b="1">
                <a:solidFill>
                  <a:srgbClr val="007F7A"/>
                </a:solidFill>
                <a:latin typeface="Arial"/>
                <a:ea typeface="Arial"/>
                <a:cs typeface="Arial"/>
              </a:defRPr>
            </a:pPr>
            <a:r>
              <a:rPr sz="1125" b="1">
                <a:solidFill>
                  <a:srgbClr val="007F7A"/>
                </a:solidFill>
                <a:latin typeface="Arial"/>
                <a:ea typeface="Arial"/>
                <a:cs typeface="Arial"/>
              </a:rPr>
              <a:t>LEARNING FOR AI</a:t>
            </a:r>
          </a:p>
        </p:txBody>
      </p:sp>
      <p:sp>
        <p:nvSpPr>
          <p:cNvPr id="12" name="">
            <a:extLst xmlns:a="http://schemas.openxmlformats.org/drawingml/2006/main">
              <a:ext uri="{FF2B5EF4-FFF2-40B4-BE49-F238E27FC236}">
                <a16:creationId xmlns:a16="http://schemas.microsoft.com/office/drawing/2014/main" id="{D7807C68-E220-4897-9A82-8C9998C67558}"/>
              </a:ext>
            </a:extLst>
          </p:cNvPr>
          <p:cNvSpPr>
            <a:spLocks xmlns:a="http://schemas.openxmlformats.org/drawingml/2006/main" noGrp="1"/>
          </p:cNvSpPr>
          <p:nvPr/>
        </p:nvSpPr>
        <p:spPr>
          <a:xfrm xmlns:a="http://schemas.openxmlformats.org/drawingml/2006/main">
            <a:off x="6715125" y="2647950"/>
            <a:ext cx="44767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ctr">
              <a:defRPr sz="1875" b="1">
                <a:solidFill>
                  <a:srgbClr val="102D42"/>
                </a:solidFill>
                <a:latin typeface="Arial"/>
                <a:ea typeface="Arial"/>
                <a:cs typeface="Arial"/>
              </a:defRPr>
            </a:pPr>
            <a:r>
              <a:rPr sz="1875" b="1">
                <a:solidFill>
                  <a:srgbClr val="102D42"/>
                </a:solidFill>
                <a:latin typeface="Arial"/>
                <a:ea typeface="Arial"/>
                <a:cs typeface="Arial"/>
              </a:rPr>
              <a:t>Learners remove a control, observe the harm, inspect the evidence, and restore the service.</a:t>
            </a:r>
          </a:p>
        </p:txBody>
      </p:sp>
      <p:sp>
        <p:nvSpPr>
          <p:cNvPr id="13" name="">
            <a:extLst xmlns:a="http://schemas.openxmlformats.org/drawingml/2006/main">
              <a:ext uri="{FF2B5EF4-FFF2-40B4-BE49-F238E27FC236}">
                <a16:creationId xmlns:a16="http://schemas.microsoft.com/office/drawing/2014/main" id="{0E61A63A-D582-4616-B1B6-6F5B8A4197EE}"/>
              </a:ext>
            </a:extLst>
          </p:cNvPr>
          <p:cNvSpPr>
            <a:spLocks xmlns:a="http://schemas.openxmlformats.org/drawingml/2006/main" noGrp="1"/>
          </p:cNvSpPr>
          <p:nvPr/>
        </p:nvSpPr>
        <p:spPr>
          <a:xfrm xmlns:a="http://schemas.openxmlformats.org/drawingml/2006/main">
            <a:off x="762000" y="5162550"/>
            <a:ext cx="1333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defRPr sz="1050" b="1">
                <a:solidFill>
                  <a:srgbClr val="E66A4E"/>
                </a:solidFill>
                <a:latin typeface="Arial"/>
                <a:ea typeface="Arial"/>
                <a:cs typeface="Arial"/>
              </a:defRPr>
            </a:pPr>
            <a:r>
              <a:rPr sz="1050" b="1">
                <a:solidFill>
                  <a:srgbClr val="E66A4E"/>
                </a:solidFill>
                <a:latin typeface="Arial"/>
                <a:ea typeface="Arial"/>
                <a:cs typeface="Arial"/>
              </a:rPr>
              <a:t>START SMALL</a:t>
            </a:r>
          </a:p>
        </p:txBody>
      </p:sp>
      <p:sp>
        <p:nvSpPr>
          <p:cNvPr id="14" name="">
            <a:extLst xmlns:a="http://schemas.openxmlformats.org/drawingml/2006/main">
              <a:ext uri="{FF2B5EF4-FFF2-40B4-BE49-F238E27FC236}">
                <a16:creationId xmlns:a16="http://schemas.microsoft.com/office/drawing/2014/main" id="{05B47DE5-2370-4374-A864-7C0CA4E510F7}"/>
              </a:ext>
            </a:extLst>
          </p:cNvPr>
          <p:cNvSpPr>
            <a:spLocks xmlns:a="http://schemas.openxmlformats.org/drawingml/2006/main" noGrp="1"/>
          </p:cNvSpPr>
          <p:nvPr/>
        </p:nvSpPr>
        <p:spPr>
          <a:xfrm xmlns:a="http://schemas.openxmlformats.org/drawingml/2006/main">
            <a:off x="2095500" y="5105400"/>
            <a:ext cx="9239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ctr">
              <a:defRPr sz="1350" b="1">
                <a:solidFill>
                  <a:srgbClr val="26343D"/>
                </a:solidFill>
                <a:latin typeface="Arial"/>
                <a:ea typeface="Arial"/>
                <a:cs typeface="Arial"/>
              </a:defRPr>
            </a:pPr>
            <a:r>
              <a:rPr sz="1350" b="1">
                <a:solidFill>
                  <a:srgbClr val="26343D"/>
                </a:solidFill>
                <a:latin typeface="Arial"/>
                <a:ea typeface="Arial"/>
                <a:cs typeface="Arial"/>
              </a:rPr>
              <a:t>one low-volume action  →  publish contract + exclusions  →  test with synthetic data  →  add domain measures  →  pilot independently</a:t>
            </a:r>
          </a:p>
        </p:txBody>
      </p:sp>
    </p:spTree>
    <p:extLst>
      <p:ext uri="{BB962C8B-B14F-4D97-AF65-F5344CB8AC3E}">
        <p14:creationId xmlns:p14="http://schemas.microsoft.com/office/powerpoint/2010/main" val="1863439599"/>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B41F7E60-F09F-4E99-8917-2FB99EB453CF}"/>
              </a:ext>
            </a:extLst>
          </p:cNvPr>
          <p:cNvSpPr>
            <a:spLocks xmlns:a="http://schemas.openxmlformats.org/drawingml/2006/main" noGrp="1"/>
          </p:cNvSpPr>
          <p:nvPr/>
        </p:nvSpPr>
        <p:spPr>
          <a:xfrm xmlns:a="http://schemas.openxmlformats.org/drawingml/2006/main">
            <a:off x="571500" y="285750"/>
            <a:ext cx="428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defRPr sz="975" b="1">
                <a:solidFill>
                  <a:srgbClr val="007F7A"/>
                </a:solidFill>
                <a:latin typeface="Arial"/>
                <a:ea typeface="Arial"/>
                <a:cs typeface="Arial"/>
              </a:defRPr>
            </a:pPr>
            <a:r>
              <a:rPr sz="975" b="1">
                <a:solidFill>
                  <a:srgbClr val="007F7A"/>
                </a:solidFill>
                <a:latin typeface="Arial"/>
                <a:ea typeface="Arial"/>
                <a:cs typeface="Arial"/>
              </a:rPr>
              <a:t>TAKEAWAY</a:t>
            </a:r>
          </a:p>
        </p:txBody>
      </p:sp>
      <p:sp>
        <p:nvSpPr>
          <p:cNvPr id="2" name="">
            <a:extLst xmlns:a="http://schemas.openxmlformats.org/drawingml/2006/main">
              <a:ext uri="{FF2B5EF4-FFF2-40B4-BE49-F238E27FC236}">
                <a16:creationId xmlns:a16="http://schemas.microsoft.com/office/drawing/2014/main" id="{A2E70330-50C2-4116-B0E0-39AFA4D95605}"/>
              </a:ext>
            </a:extLst>
          </p:cNvPr>
          <p:cNvSpPr>
            <a:spLocks xmlns:a="http://schemas.openxmlformats.org/drawingml/2006/main" noGrp="1"/>
          </p:cNvSpPr>
          <p:nvPr/>
        </p:nvSpPr>
        <p:spPr>
          <a:xfrm xmlns:a="http://schemas.openxmlformats.org/drawingml/2006/main">
            <a:off x="571500" y="552450"/>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defRPr sz="2550" b="1">
                <a:solidFill>
                  <a:srgbClr val="102D42"/>
                </a:solidFill>
                <a:latin typeface="Arial"/>
                <a:ea typeface="Arial"/>
                <a:cs typeface="Arial"/>
              </a:defRPr>
            </a:pPr>
            <a:r>
              <a:rPr sz="2550" b="1">
                <a:solidFill>
                  <a:srgbClr val="102D42"/>
                </a:solidFill>
                <a:latin typeface="Arial"/>
                <a:ea typeface="Arial"/>
                <a:cs typeface="Arial"/>
              </a:rPr>
              <a:t>Use the framework. Challenge the claims. Extend the evidence.</a:t>
            </a:r>
          </a:p>
        </p:txBody>
      </p:sp>
      <p:sp>
        <p:nvSpPr>
          <p:cNvPr id="3" name="">
            <a:extLst xmlns:a="http://schemas.openxmlformats.org/drawingml/2006/main">
              <a:ext uri="{FF2B5EF4-FFF2-40B4-BE49-F238E27FC236}">
                <a16:creationId xmlns:a16="http://schemas.microsoft.com/office/drawing/2014/main" id="{F6E4B4E9-FA7B-4065-B6FD-12EF0214D84D}"/>
              </a:ext>
            </a:extLst>
          </p:cNvPr>
          <p:cNvSpPr>
            <a:spLocks xmlns:a="http://schemas.openxmlformats.org/drawingml/2006/main" noGrp="1"/>
          </p:cNvSpPr>
          <p:nvPr/>
        </p:nvSpPr>
        <p:spPr>
          <a:xfrm xmlns:a="http://schemas.openxmlformats.org/drawingml/2006/main">
            <a:off x="571500" y="1200150"/>
            <a:ext cx="11049000" cy="19050"/>
          </a:xfrm>
          <a:prstGeom xmlns:a="http://schemas.openxmlformats.org/drawingml/2006/main" prst="rect">
            <a:avLst/>
          </a:prstGeom>
          <a:solidFill xmlns:a="http://schemas.openxmlformats.org/drawingml/2006/main">
            <a:srgbClr val="CCD8DE"/>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255DBC3F-FF70-4072-BD0A-99D299120E09}"/>
              </a:ext>
            </a:extLst>
          </p:cNvPr>
          <p:cNvSpPr>
            <a:spLocks xmlns:a="http://schemas.openxmlformats.org/drawingml/2006/main" noGrp="1"/>
          </p:cNvSpPr>
          <p:nvPr/>
        </p:nvSpPr>
        <p:spPr>
          <a:xfrm xmlns:a="http://schemas.openxmlformats.org/drawingml/2006/main">
            <a:off x="11049000" y="6496050"/>
            <a:ext cx="571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r">
              <a:defRPr sz="825" b="0">
                <a:solidFill>
                  <a:srgbClr val="667985"/>
                </a:solidFill>
                <a:latin typeface="Arial"/>
                <a:ea typeface="Arial"/>
                <a:cs typeface="Arial"/>
              </a:defRPr>
            </a:pPr>
            <a:r>
              <a:rPr sz="825" b="0">
                <a:solidFill>
                  <a:srgbClr val="667985"/>
                </a:solidFill>
                <a:latin typeface="Arial"/>
                <a:ea typeface="Arial"/>
                <a:cs typeface="Arial"/>
              </a:rPr>
              <a:t>14</a:t>
            </a:r>
          </a:p>
        </p:txBody>
      </p:sp>
      <p:sp>
        <p:nvSpPr>
          <p:cNvPr id="5" name="">
            <a:extLst xmlns:a="http://schemas.openxmlformats.org/drawingml/2006/main">
              <a:ext uri="{FF2B5EF4-FFF2-40B4-BE49-F238E27FC236}">
                <a16:creationId xmlns:a16="http://schemas.microsoft.com/office/drawing/2014/main" id="{66E3835B-97FA-48DF-9C58-44ACFBA7C4ED}"/>
              </a:ext>
            </a:extLst>
          </p:cNvPr>
          <p:cNvSpPr>
            <a:spLocks xmlns:a="http://schemas.openxmlformats.org/drawingml/2006/main" noGrp="1"/>
          </p:cNvSpPr>
          <p:nvPr/>
        </p:nvSpPr>
        <p:spPr>
          <a:xfrm xmlns:a="http://schemas.openxmlformats.org/drawingml/2006/main">
            <a:off x="666750" y="1619250"/>
            <a:ext cx="5476875" cy="3333750"/>
          </a:xfrm>
          <a:prstGeom xmlns:a="http://schemas.openxmlformats.org/drawingml/2006/main" prst="roundRect">
            <a:avLst>
              <a:gd name="adj" fmla="val 2286"/>
            </a:avLst>
          </a:prstGeom>
          <a:solidFill xmlns:a="http://schemas.openxmlformats.org/drawingml/2006/main">
            <a:srgbClr val="F5F7F8"/>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0446DF6F-AD6C-4EB6-8B7D-B8FD9C65C928}"/>
              </a:ext>
            </a:extLst>
          </p:cNvPr>
          <p:cNvSpPr>
            <a:spLocks xmlns:a="http://schemas.openxmlformats.org/drawingml/2006/main" noGrp="1"/>
          </p:cNvSpPr>
          <p:nvPr/>
        </p:nvSpPr>
        <p:spPr>
          <a:xfrm xmlns:a="http://schemas.openxmlformats.org/drawingml/2006/main">
            <a:off x="952500" y="1885950"/>
            <a:ext cx="4667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defRPr sz="1125" b="1">
                <a:solidFill>
                  <a:srgbClr val="E66A4E"/>
                </a:solidFill>
                <a:latin typeface="Arial"/>
                <a:ea typeface="Arial"/>
                <a:cs typeface="Arial"/>
              </a:defRPr>
            </a:pPr>
            <a:r>
              <a:rPr sz="1125" b="1">
                <a:solidFill>
                  <a:srgbClr val="E66A4E"/>
                </a:solidFill>
                <a:latin typeface="Arial"/>
                <a:ea typeface="Arial"/>
                <a:cs typeface="Arial"/>
              </a:rPr>
              <a:t>NOT YET EVIDENCED</a:t>
            </a:r>
          </a:p>
        </p:txBody>
      </p:sp>
      <p:sp>
        <p:nvSpPr>
          <p:cNvPr id="7" name="">
            <a:extLst xmlns:a="http://schemas.openxmlformats.org/drawingml/2006/main">
              <a:ext uri="{FF2B5EF4-FFF2-40B4-BE49-F238E27FC236}">
                <a16:creationId xmlns:a16="http://schemas.microsoft.com/office/drawing/2014/main" id="{26AD3E99-A052-4F53-9C35-2A8FD9BC61FD}"/>
              </a:ext>
            </a:extLst>
          </p:cNvPr>
          <p:cNvSpPr>
            <a:spLocks xmlns:a="http://schemas.openxmlformats.org/drawingml/2006/main" noGrp="1"/>
          </p:cNvSpPr>
          <p:nvPr/>
        </p:nvSpPr>
        <p:spPr>
          <a:xfrm xmlns:a="http://schemas.openxmlformats.org/drawingml/2006/main">
            <a:off x="1000125" y="2381250"/>
            <a:ext cx="476250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defRPr sz="1500" b="0">
                <a:solidFill>
                  <a:srgbClr val="26343D"/>
                </a:solidFill>
                <a:latin typeface="Arial"/>
                <a:ea typeface="Arial"/>
                <a:cs typeface="Arial"/>
              </a:defRPr>
            </a:pPr>
            <a:r>
              <a:rPr sz="1500" b="0">
                <a:solidFill>
                  <a:srgbClr val="26343D"/>
                </a:solidFill>
                <a:latin typeface="Arial"/>
                <a:ea typeface="Arial"/>
                <a:cs typeface="Arial"/>
              </a:rPr>
              <a:t>• distributed linearizability</a:t>
            </a:r>
          </a:p>
          <a:p xmlns:a="http://schemas.openxmlformats.org/drawingml/2006/main">
            <a:pPr algn="l">
              <a:defRPr sz="1500" b="0">
                <a:solidFill>
                  <a:srgbClr val="26343D"/>
                </a:solidFill>
                <a:latin typeface="Arial"/>
                <a:ea typeface="Arial"/>
                <a:cs typeface="Arial"/>
              </a:defRPr>
            </a:pPr>
            <a:r>
              <a:rPr sz="1500" b="0">
                <a:solidFill>
                  <a:srgbClr val="26343D"/>
                </a:solidFill>
                <a:latin typeface="Arial"/>
                <a:ea typeface="Arial"/>
                <a:cs typeface="Arial"/>
              </a:rPr>
              <a:t>• compromised host or signing authority</a:t>
            </a:r>
          </a:p>
          <a:p xmlns:a="http://schemas.openxmlformats.org/drawingml/2006/main">
            <a:pPr algn="l">
              <a:defRPr sz="1500" b="0">
                <a:solidFill>
                  <a:srgbClr val="26343D"/>
                </a:solidFill>
                <a:latin typeface="Arial"/>
                <a:ea typeface="Arial"/>
                <a:cs typeface="Arial"/>
              </a:defRPr>
            </a:pPr>
            <a:r>
              <a:rPr sz="1500" b="0">
                <a:solidFill>
                  <a:srgbClr val="26343D"/>
                </a:solidFill>
                <a:latin typeface="Arial"/>
                <a:ea typeface="Arial"/>
                <a:cs typeface="Arial"/>
              </a:rPr>
              <a:t>• named-model stochastic attack rates</a:t>
            </a:r>
          </a:p>
          <a:p xmlns:a="http://schemas.openxmlformats.org/drawingml/2006/main">
            <a:pPr algn="l">
              <a:defRPr sz="1500" b="0">
                <a:solidFill>
                  <a:srgbClr val="26343D"/>
                </a:solidFill>
                <a:latin typeface="Arial"/>
                <a:ea typeface="Arial"/>
                <a:cs typeface="Arial"/>
              </a:defRPr>
            </a:pPr>
            <a:r>
              <a:rPr sz="1500" b="0">
                <a:solidFill>
                  <a:srgbClr val="26343D"/>
                </a:solidFill>
                <a:latin typeface="Arial"/>
                <a:ea typeface="Arial"/>
                <a:cs typeface="Arial"/>
              </a:rPr>
              <a:t>• reviewer accuracy, fairness, and access</a:t>
            </a:r>
          </a:p>
          <a:p xmlns:a="http://schemas.openxmlformats.org/drawingml/2006/main">
            <a:pPr algn="l">
              <a:defRPr sz="1500" b="0">
                <a:solidFill>
                  <a:srgbClr val="26343D"/>
                </a:solidFill>
                <a:latin typeface="Arial"/>
                <a:ea typeface="Arial"/>
                <a:cs typeface="Arial"/>
              </a:defRPr>
            </a:pPr>
            <a:r>
              <a:rPr sz="1500" b="0">
                <a:solidFill>
                  <a:srgbClr val="26343D"/>
                </a:solidFill>
                <a:latin typeface="Arial"/>
                <a:ea typeface="Arial"/>
                <a:cs typeface="Arial"/>
              </a:rPr>
              <a:t>• cost, energy, and independent audit</a:t>
            </a:r>
          </a:p>
          <a:p xmlns:a="http://schemas.openxmlformats.org/drawingml/2006/main">
            <a:pPr algn="l">
              <a:defRPr sz="1500" b="0">
                <a:solidFill>
                  <a:srgbClr val="26343D"/>
                </a:solidFill>
                <a:latin typeface="Arial"/>
                <a:ea typeface="Arial"/>
                <a:cs typeface="Arial"/>
              </a:defRPr>
            </a:pPr>
            <a:r>
              <a:rPr sz="1500" b="0">
                <a:solidFill>
                  <a:srgbClr val="26343D"/>
                </a:solidFill>
                <a:latin typeface="Arial"/>
                <a:ea typeface="Arial"/>
                <a:cs typeface="Arial"/>
              </a:rPr>
              <a:t>• physical one-way transfer at a real site</a:t>
            </a:r>
          </a:p>
        </p:txBody>
      </p:sp>
      <p:sp>
        <p:nvSpPr>
          <p:cNvPr id="8" name="">
            <a:extLst xmlns:a="http://schemas.openxmlformats.org/drawingml/2006/main">
              <a:ext uri="{FF2B5EF4-FFF2-40B4-BE49-F238E27FC236}">
                <a16:creationId xmlns:a16="http://schemas.microsoft.com/office/drawing/2014/main" id="{2596F3F9-C65D-464B-A17A-9FA25F4438B9}"/>
              </a:ext>
            </a:extLst>
          </p:cNvPr>
          <p:cNvSpPr>
            <a:spLocks xmlns:a="http://schemas.openxmlformats.org/drawingml/2006/main" noGrp="1"/>
          </p:cNvSpPr>
          <p:nvPr/>
        </p:nvSpPr>
        <p:spPr>
          <a:xfrm xmlns:a="http://schemas.openxmlformats.org/drawingml/2006/main">
            <a:off x="6667500" y="1619250"/>
            <a:ext cx="4857750" cy="3333750"/>
          </a:xfrm>
          <a:prstGeom xmlns:a="http://schemas.openxmlformats.org/drawingml/2006/main" prst="roundRect">
            <a:avLst>
              <a:gd name="adj" fmla="val 2286"/>
            </a:avLst>
          </a:prstGeom>
          <a:solidFill xmlns:a="http://schemas.openxmlformats.org/drawingml/2006/main">
            <a:srgbClr val="102D42"/>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DA68D457-B054-46C5-A41C-D734E958A513}"/>
              </a:ext>
            </a:extLst>
          </p:cNvPr>
          <p:cNvSpPr>
            <a:spLocks xmlns:a="http://schemas.openxmlformats.org/drawingml/2006/main" noGrp="1"/>
          </p:cNvSpPr>
          <p:nvPr/>
        </p:nvSpPr>
        <p:spPr>
          <a:xfrm xmlns:a="http://schemas.openxmlformats.org/drawingml/2006/main">
            <a:off x="7000875" y="18859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defRPr sz="1125" b="1">
                <a:solidFill>
                  <a:srgbClr val="E5B14C"/>
                </a:solidFill>
                <a:latin typeface="Arial"/>
                <a:ea typeface="Arial"/>
                <a:cs typeface="Arial"/>
              </a:defRPr>
            </a:pPr>
            <a:r>
              <a:rPr sz="1125" b="1">
                <a:solidFill>
                  <a:srgbClr val="E5B14C"/>
                </a:solidFill>
                <a:latin typeface="Arial"/>
                <a:ea typeface="Arial"/>
                <a:cs typeface="Arial"/>
              </a:rPr>
              <a:t>THE ADOPTION RULE</a:t>
            </a:r>
          </a:p>
        </p:txBody>
      </p:sp>
      <p:sp>
        <p:nvSpPr>
          <p:cNvPr id="10" name="">
            <a:extLst xmlns:a="http://schemas.openxmlformats.org/drawingml/2006/main">
              <a:ext uri="{FF2B5EF4-FFF2-40B4-BE49-F238E27FC236}">
                <a16:creationId xmlns:a16="http://schemas.microsoft.com/office/drawing/2014/main" id="{E36BF747-EAE3-4248-801D-CAEC8E5B882B}"/>
              </a:ext>
            </a:extLst>
          </p:cNvPr>
          <p:cNvSpPr>
            <a:spLocks xmlns:a="http://schemas.openxmlformats.org/drawingml/2006/main" noGrp="1"/>
          </p:cNvSpPr>
          <p:nvPr/>
        </p:nvSpPr>
        <p:spPr>
          <a:xfrm xmlns:a="http://schemas.openxmlformats.org/drawingml/2006/main">
            <a:off x="7048500" y="2495550"/>
            <a:ext cx="409575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ctr">
              <a:defRPr sz="2100" b="1">
                <a:solidFill>
                  <a:srgbClr val="FFFFFF"/>
                </a:solidFill>
                <a:latin typeface="Arial"/>
                <a:ea typeface="Arial"/>
                <a:cs typeface="Arial"/>
              </a:defRPr>
            </a:pPr>
            <a:r>
              <a:rPr sz="2100" b="1">
                <a:solidFill>
                  <a:srgbClr val="FFFFFF"/>
                </a:solidFill>
                <a:latin typeface="Arial"/>
                <a:ea typeface="Arial"/>
                <a:cs typeface="Arial"/>
              </a:rPr>
              <a:t>If you cannot name the</a:t>
            </a:r>
          </a:p>
          <a:p xmlns:a="http://schemas.openxmlformats.org/drawingml/2006/main">
            <a:pPr algn="ctr">
              <a:defRPr sz="2100" b="1">
                <a:solidFill>
                  <a:srgbClr val="FFFFFF"/>
                </a:solidFill>
                <a:latin typeface="Arial"/>
                <a:ea typeface="Arial"/>
                <a:cs typeface="Arial"/>
              </a:defRPr>
            </a:pPr>
            <a:r>
              <a:rPr sz="2100" b="1">
                <a:solidFill>
                  <a:srgbClr val="FFFFFF"/>
                </a:solidFill>
                <a:latin typeface="Arial"/>
                <a:ea typeface="Arial"/>
                <a:cs typeface="Arial"/>
              </a:rPr>
              <a:t>enforcement point, failure test,</a:t>
            </a:r>
          </a:p>
          <a:p xmlns:a="http://schemas.openxmlformats.org/drawingml/2006/main">
            <a:pPr algn="ctr">
              <a:defRPr sz="2100" b="1">
                <a:solidFill>
                  <a:srgbClr val="FFFFFF"/>
                </a:solidFill>
                <a:latin typeface="Arial"/>
                <a:ea typeface="Arial"/>
                <a:cs typeface="Arial"/>
              </a:defRPr>
            </a:pPr>
            <a:r>
              <a:rPr sz="2100" b="1">
                <a:solidFill>
                  <a:srgbClr val="FFFFFF"/>
                </a:solidFill>
                <a:latin typeface="Arial"/>
                <a:ea typeface="Arial"/>
                <a:cs typeface="Arial"/>
              </a:rPr>
              <a:t>and recovery owner—</a:t>
            </a:r>
          </a:p>
          <a:p xmlns:a="http://schemas.openxmlformats.org/drawingml/2006/main">
            <a:pPr algn="ctr">
              <a:defRPr sz="2100" b="1">
                <a:solidFill>
                  <a:srgbClr val="FFFFFF"/>
                </a:solidFill>
                <a:latin typeface="Arial"/>
                <a:ea typeface="Arial"/>
                <a:cs typeface="Arial"/>
              </a:defRPr>
            </a:pPr>
            <a:r>
              <a:rPr sz="2100" b="1">
                <a:solidFill>
                  <a:srgbClr val="FFFFFF"/>
                </a:solidFill>
                <a:latin typeface="Arial"/>
                <a:ea typeface="Arial"/>
                <a:cs typeface="Arial"/>
              </a:rPr>
              <a:t>do not automate the power.</a:t>
            </a:r>
          </a:p>
        </p:txBody>
      </p:sp>
      <p:sp>
        <p:nvSpPr>
          <p:cNvPr id="11" name="">
            <a:extLst xmlns:a="http://schemas.openxmlformats.org/drawingml/2006/main">
              <a:ext uri="{FF2B5EF4-FFF2-40B4-BE49-F238E27FC236}">
                <a16:creationId xmlns:a16="http://schemas.microsoft.com/office/drawing/2014/main" id="{18CE76C1-EB6E-46C5-A530-D8080C38D954}"/>
              </a:ext>
            </a:extLst>
          </p:cNvPr>
          <p:cNvSpPr>
            <a:spLocks xmlns:a="http://schemas.openxmlformats.org/drawingml/2006/main" noGrp="1"/>
          </p:cNvSpPr>
          <p:nvPr/>
        </p:nvSpPr>
        <p:spPr>
          <a:xfrm xmlns:a="http://schemas.openxmlformats.org/drawingml/2006/main">
            <a:off x="1619250" y="5476875"/>
            <a:ext cx="8953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ctr">
              <a:defRPr sz="2250" b="1">
                <a:solidFill>
                  <a:srgbClr val="007F7A"/>
                </a:solidFill>
                <a:latin typeface="Arial"/>
                <a:ea typeface="Arial"/>
                <a:cs typeface="Arial"/>
              </a:defRPr>
            </a:pPr>
            <a:r>
              <a:rPr sz="2250" b="1">
                <a:solidFill>
                  <a:srgbClr val="007F7A"/>
                </a:solidFill>
                <a:latin typeface="Arial"/>
                <a:ea typeface="Arial"/>
                <a:cs typeface="Arial"/>
              </a:rPr>
              <a:t>github.com/genaiworks/fssai-ra</a:t>
            </a:r>
          </a:p>
        </p:txBody>
      </p:sp>
      <p:sp>
        <p:nvSpPr>
          <p:cNvPr id="12" name="">
            <a:extLst xmlns:a="http://schemas.openxmlformats.org/drawingml/2006/main">
              <a:ext uri="{FF2B5EF4-FFF2-40B4-BE49-F238E27FC236}">
                <a16:creationId xmlns:a16="http://schemas.microsoft.com/office/drawing/2014/main" id="{1B9CC156-D1FA-4FAF-B729-5148AE7542D3}"/>
              </a:ext>
            </a:extLst>
          </p:cNvPr>
          <p:cNvSpPr>
            <a:spLocks xmlns:a="http://schemas.openxmlformats.org/drawingml/2006/main" noGrp="1"/>
          </p:cNvSpPr>
          <p:nvPr/>
        </p:nvSpPr>
        <p:spPr>
          <a:xfrm xmlns:a="http://schemas.openxmlformats.org/drawingml/2006/main">
            <a:off x="1809750" y="5981700"/>
            <a:ext cx="857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ctr">
              <a:defRPr sz="1200" b="0">
                <a:solidFill>
                  <a:srgbClr val="667985"/>
                </a:solidFill>
                <a:latin typeface="Arial"/>
                <a:ea typeface="Arial"/>
                <a:cs typeface="Arial"/>
              </a:defRPr>
            </a:pPr>
            <a:r>
              <a:rPr sz="1200" b="0">
                <a:solidFill>
                  <a:srgbClr val="667985"/>
                </a:solidFill>
                <a:latin typeface="Arial"/>
                <a:ea typeface="Arial"/>
                <a:cs typeface="Arial"/>
              </a:rPr>
              <a:t>Apache 2.0  •  runnable offline  •  extension guide  •  verifiable result files</a:t>
            </a:r>
          </a:p>
        </p:txBody>
      </p:sp>
    </p:spTree>
    <p:extLst>
      <p:ext uri="{BB962C8B-B14F-4D97-AF65-F5344CB8AC3E}">
        <p14:creationId xmlns:p14="http://schemas.microsoft.com/office/powerpoint/2010/main" val="29636564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2026-09-11T21:13:54.2180000Z</dcterms:created>
  <dcterms:modified xsi:type="dcterms:W3CDTF">2026-09-11T21:13:54.2180000Z</dcterms:modified>
</coreProperties>
</file>